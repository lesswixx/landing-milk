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0" r:id="rId1"/>
    <p:sldMasterId id="2147483794" r:id="rId2"/>
  </p:sldMasterIdLst>
  <p:notesMasterIdLst>
    <p:notesMasterId r:id="rId10"/>
  </p:notesMasterIdLst>
  <p:sldIdLst>
    <p:sldId id="433" r:id="rId3"/>
    <p:sldId id="432" r:id="rId4"/>
    <p:sldId id="436" r:id="rId5"/>
    <p:sldId id="438" r:id="rId6"/>
    <p:sldId id="440" r:id="rId7"/>
    <p:sldId id="439" r:id="rId8"/>
    <p:sldId id="431" r:id="rId9"/>
  </p:sldIdLst>
  <p:sldSz cx="12192000" cy="6858000"/>
  <p:notesSz cx="6858000" cy="9144000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CBCA4569-DA43-46A7-BDE7-DC9D70390F88}">
          <p14:sldIdLst>
            <p14:sldId id="433"/>
            <p14:sldId id="432"/>
            <p14:sldId id="436"/>
            <p14:sldId id="438"/>
            <p14:sldId id="440"/>
            <p14:sldId id="439"/>
            <p14:sldId id="431"/>
          </p14:sldIdLst>
        </p14:section>
      </p14:sectionLst>
    </p:ex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FFCC"/>
    <a:srgbClr val="DC372A"/>
    <a:srgbClr val="00FF00"/>
    <a:srgbClr val="CA543C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FECB4D8-DB02-4DC6-A0A2-4F2EBAE1DC90}" styleName="Средний стиль 1 — акцент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05" autoAdjust="0"/>
    <p:restoredTop sz="96437" autoAdjust="0"/>
  </p:normalViewPr>
  <p:slideViewPr>
    <p:cSldViewPr snapToGrid="0">
      <p:cViewPr varScale="1">
        <p:scale>
          <a:sx n="87" d="100"/>
          <a:sy n="87" d="100"/>
        </p:scale>
        <p:origin x="-389" y="-8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90" d="100"/>
        <a:sy n="9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ru-RU" dirty="0" smtClean="0"/>
              <a:t>распределение</a:t>
            </a:r>
            <a:r>
              <a:rPr lang="ru-RU" baseline="0" dirty="0" smtClean="0"/>
              <a:t> генотипов каппа -казеина в ЗАО Племхоз имени Тельмана </a:t>
            </a:r>
            <a:r>
              <a:rPr lang="ru-RU" sz="1600" baseline="0" dirty="0" smtClean="0"/>
              <a:t>(расчет сделан на основании родословной)</a:t>
            </a:r>
            <a:endParaRPr lang="ru-RU" sz="1600" dirty="0"/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dLbls>
            <c:txPr>
              <a:bodyPr/>
              <a:lstStyle/>
              <a:p>
                <a:pPr>
                  <a:defRPr sz="1600"/>
                </a:pPr>
                <a:endParaRPr lang="ru-RU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'ПЗ им Тельмана родословная октя'!$K$2:$K$4</c:f>
              <c:strCache>
                <c:ptCount val="3"/>
                <c:pt idx="0">
                  <c:v>каппа казеин ВВ - высокий уровень-38%</c:v>
                </c:pt>
                <c:pt idx="1">
                  <c:v>каппа казеин АВ - средний уровень - 43%</c:v>
                </c:pt>
                <c:pt idx="2">
                  <c:v>каппа казеин АА - низкий уровень - 19%</c:v>
                </c:pt>
              </c:strCache>
            </c:strRef>
          </c:cat>
          <c:val>
            <c:numRef>
              <c:f>'ПЗ им Тельмана родословная октя'!$L$2:$L$4</c:f>
              <c:numCache>
                <c:formatCode>General</c:formatCode>
                <c:ptCount val="3"/>
                <c:pt idx="0">
                  <c:v>1410</c:v>
                </c:pt>
                <c:pt idx="1">
                  <c:v>1604</c:v>
                </c:pt>
                <c:pt idx="2">
                  <c:v>686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</c:plotArea>
    <c:legend>
      <c:legendPos val="t"/>
      <c:layout/>
      <c:overlay val="0"/>
      <c:txPr>
        <a:bodyPr/>
        <a:lstStyle/>
        <a:p>
          <a:pPr>
            <a:defRPr sz="1800"/>
          </a:pPr>
          <a:endParaRPr lang="ru-RU"/>
        </a:p>
      </c:txPr>
    </c:legend>
    <c:plotVisOnly val="1"/>
    <c:dispBlanksAs val="gap"/>
    <c:showDLblsOverMax val="0"/>
  </c:chart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A6C3A7-2874-497C-A61D-49622F5D660F}" type="datetimeFigureOut">
              <a:rPr lang="ru-RU" smtClean="0"/>
              <a:t>24.10.2025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99291E-67DD-4EDB-8982-01381ADF0B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908986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0.emf"/><Relationship Id="rId4" Type="http://schemas.openxmlformats.org/officeDocument/2006/relationships/image" Target="../media/image14.jp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0.emf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2.emf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jp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7.emf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7.emf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8956" y="3406778"/>
            <a:ext cx="5486400" cy="1470025"/>
          </a:xfrm>
          <a:noFill/>
        </p:spPr>
        <p:txBody>
          <a:bodyPr wrap="square" anchor="b">
            <a:noAutofit/>
          </a:bodyPr>
          <a:lstStyle>
            <a:lvl1pPr algn="l">
              <a:defRPr sz="3375" b="1" i="0">
                <a:solidFill>
                  <a:srgbClr val="064398"/>
                </a:solidFill>
                <a:latin typeface="Calibri"/>
                <a:cs typeface="Calibri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68956" y="4953000"/>
            <a:ext cx="5486400" cy="1143000"/>
          </a:xfrm>
        </p:spPr>
        <p:txBody>
          <a:bodyPr/>
          <a:lstStyle>
            <a:lvl1pPr marL="0" indent="0" algn="l">
              <a:buNone/>
              <a:defRPr b="0" i="0">
                <a:solidFill>
                  <a:srgbClr val="0974C2"/>
                </a:solidFill>
                <a:latin typeface="Calibri"/>
                <a:cs typeface="Calibri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15" name="Slide Number Placeholder 5"/>
          <p:cNvSpPr txBox="1">
            <a:spLocks/>
          </p:cNvSpPr>
          <p:nvPr/>
        </p:nvSpPr>
        <p:spPr>
          <a:xfrm>
            <a:off x="406400" y="6324603"/>
            <a:ext cx="2844800" cy="365125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>
              <a:defRPr b="0" i="0">
                <a:solidFill>
                  <a:srgbClr val="419C79"/>
                </a:solidFill>
                <a:latin typeface="FagoNoLf-Regular"/>
                <a:cs typeface="FagoNoLf-Regular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419C79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</a:p>
        </p:txBody>
      </p:sp>
      <p:pic>
        <p:nvPicPr>
          <p:cNvPr id="19" name="Рисунок 1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4008" y="6196904"/>
            <a:ext cx="1661746" cy="369694"/>
          </a:xfrm>
          <a:prstGeom prst="rect">
            <a:avLst/>
          </a:prstGeom>
        </p:spPr>
      </p:pic>
      <p:grpSp>
        <p:nvGrpSpPr>
          <p:cNvPr id="7" name="Группа 6"/>
          <p:cNvGrpSpPr/>
          <p:nvPr/>
        </p:nvGrpSpPr>
        <p:grpSpPr>
          <a:xfrm>
            <a:off x="4431558" y="-18003"/>
            <a:ext cx="10289981" cy="7967885"/>
            <a:chOff x="3132017" y="-18003"/>
            <a:chExt cx="10289981" cy="7967885"/>
          </a:xfrm>
        </p:grpSpPr>
        <p:sp>
          <p:nvSpPr>
            <p:cNvPr id="21" name="Right Triangle 3"/>
            <p:cNvSpPr/>
            <p:nvPr/>
          </p:nvSpPr>
          <p:spPr>
            <a:xfrm rot="10800000">
              <a:off x="3132017" y="-18003"/>
              <a:ext cx="8485314" cy="6884796"/>
            </a:xfrm>
            <a:custGeom>
              <a:avLst/>
              <a:gdLst>
                <a:gd name="connsiteX0" fmla="*/ 0 w 6876000"/>
                <a:gd name="connsiteY0" fmla="*/ 6876000 h 6876000"/>
                <a:gd name="connsiteX1" fmla="*/ 0 w 6876000"/>
                <a:gd name="connsiteY1" fmla="*/ 0 h 6876000"/>
                <a:gd name="connsiteX2" fmla="*/ 6876000 w 6876000"/>
                <a:gd name="connsiteY2" fmla="*/ 6876000 h 6876000"/>
                <a:gd name="connsiteX3" fmla="*/ 0 w 6876000"/>
                <a:gd name="connsiteY3" fmla="*/ 6876000 h 6876000"/>
                <a:gd name="connsiteX0" fmla="*/ 148842 w 7024842"/>
                <a:gd name="connsiteY0" fmla="*/ 6876000 h 6876000"/>
                <a:gd name="connsiteX1" fmla="*/ 47 w 7024842"/>
                <a:gd name="connsiteY1" fmla="*/ 3279529 h 6876000"/>
                <a:gd name="connsiteX2" fmla="*/ 148842 w 7024842"/>
                <a:gd name="connsiteY2" fmla="*/ 0 h 6876000"/>
                <a:gd name="connsiteX3" fmla="*/ 7024842 w 7024842"/>
                <a:gd name="connsiteY3" fmla="*/ 6876000 h 6876000"/>
                <a:gd name="connsiteX4" fmla="*/ 148842 w 7024842"/>
                <a:gd name="connsiteY4" fmla="*/ 6876000 h 6876000"/>
                <a:gd name="connsiteX0" fmla="*/ 0 w 6876000"/>
                <a:gd name="connsiteY0" fmla="*/ 6876000 h 6876000"/>
                <a:gd name="connsiteX1" fmla="*/ 1495367 w 6876000"/>
                <a:gd name="connsiteY1" fmla="*/ 4237890 h 6876000"/>
                <a:gd name="connsiteX2" fmla="*/ 0 w 6876000"/>
                <a:gd name="connsiteY2" fmla="*/ 0 h 6876000"/>
                <a:gd name="connsiteX3" fmla="*/ 6876000 w 6876000"/>
                <a:gd name="connsiteY3" fmla="*/ 6876000 h 6876000"/>
                <a:gd name="connsiteX4" fmla="*/ 0 w 6876000"/>
                <a:gd name="connsiteY4" fmla="*/ 6876000 h 6876000"/>
                <a:gd name="connsiteX0" fmla="*/ 649967 w 7525967"/>
                <a:gd name="connsiteY0" fmla="*/ 6893587 h 6893587"/>
                <a:gd name="connsiteX1" fmla="*/ 11 w 7525967"/>
                <a:gd name="connsiteY1" fmla="*/ 0 h 6893587"/>
                <a:gd name="connsiteX2" fmla="*/ 649967 w 7525967"/>
                <a:gd name="connsiteY2" fmla="*/ 17587 h 6893587"/>
                <a:gd name="connsiteX3" fmla="*/ 7525967 w 7525967"/>
                <a:gd name="connsiteY3" fmla="*/ 6893587 h 6893587"/>
                <a:gd name="connsiteX4" fmla="*/ 649967 w 7525967"/>
                <a:gd name="connsiteY4" fmla="*/ 6893587 h 6893587"/>
                <a:gd name="connsiteX0" fmla="*/ 25922 w 7526175"/>
                <a:gd name="connsiteY0" fmla="*/ 6893587 h 6893587"/>
                <a:gd name="connsiteX1" fmla="*/ 219 w 7526175"/>
                <a:gd name="connsiteY1" fmla="*/ 0 h 6893587"/>
                <a:gd name="connsiteX2" fmla="*/ 650175 w 7526175"/>
                <a:gd name="connsiteY2" fmla="*/ 17587 h 6893587"/>
                <a:gd name="connsiteX3" fmla="*/ 7526175 w 7526175"/>
                <a:gd name="connsiteY3" fmla="*/ 6893587 h 6893587"/>
                <a:gd name="connsiteX4" fmla="*/ 25922 w 7526175"/>
                <a:gd name="connsiteY4" fmla="*/ 6893587 h 6893587"/>
                <a:gd name="connsiteX0" fmla="*/ 1537983 w 9038236"/>
                <a:gd name="connsiteY0" fmla="*/ 6884795 h 6884795"/>
                <a:gd name="connsiteX1" fmla="*/ 4 w 9038236"/>
                <a:gd name="connsiteY1" fmla="*/ 0 h 6884795"/>
                <a:gd name="connsiteX2" fmla="*/ 2162236 w 9038236"/>
                <a:gd name="connsiteY2" fmla="*/ 8795 h 6884795"/>
                <a:gd name="connsiteX3" fmla="*/ 9038236 w 9038236"/>
                <a:gd name="connsiteY3" fmla="*/ 6884795 h 6884795"/>
                <a:gd name="connsiteX4" fmla="*/ 1537983 w 9038236"/>
                <a:gd name="connsiteY4" fmla="*/ 6884795 h 6884795"/>
                <a:gd name="connsiteX0" fmla="*/ 1555568 w 9055821"/>
                <a:gd name="connsiteY0" fmla="*/ 6884795 h 6884795"/>
                <a:gd name="connsiteX1" fmla="*/ 4 w 9055821"/>
                <a:gd name="connsiteY1" fmla="*/ 0 h 6884795"/>
                <a:gd name="connsiteX2" fmla="*/ 2179821 w 9055821"/>
                <a:gd name="connsiteY2" fmla="*/ 8795 h 6884795"/>
                <a:gd name="connsiteX3" fmla="*/ 9055821 w 9055821"/>
                <a:gd name="connsiteY3" fmla="*/ 6884795 h 6884795"/>
                <a:gd name="connsiteX4" fmla="*/ 1555568 w 9055821"/>
                <a:gd name="connsiteY4" fmla="*/ 6884795 h 6884795"/>
                <a:gd name="connsiteX0" fmla="*/ 8572 w 9056271"/>
                <a:gd name="connsiteY0" fmla="*/ 6876003 h 6884795"/>
                <a:gd name="connsiteX1" fmla="*/ 454 w 9056271"/>
                <a:gd name="connsiteY1" fmla="*/ 0 h 6884795"/>
                <a:gd name="connsiteX2" fmla="*/ 2180271 w 9056271"/>
                <a:gd name="connsiteY2" fmla="*/ 8795 h 6884795"/>
                <a:gd name="connsiteX3" fmla="*/ 9056271 w 9056271"/>
                <a:gd name="connsiteY3" fmla="*/ 6884795 h 6884795"/>
                <a:gd name="connsiteX4" fmla="*/ 8572 w 9056271"/>
                <a:gd name="connsiteY4" fmla="*/ 6876003 h 6884795"/>
                <a:gd name="connsiteX0" fmla="*/ 0 w 9047699"/>
                <a:gd name="connsiteY0" fmla="*/ 6876003 h 6884795"/>
                <a:gd name="connsiteX1" fmla="*/ 563382 w 9047699"/>
                <a:gd name="connsiteY1" fmla="*/ 0 h 6884795"/>
                <a:gd name="connsiteX2" fmla="*/ 2171699 w 9047699"/>
                <a:gd name="connsiteY2" fmla="*/ 8795 h 6884795"/>
                <a:gd name="connsiteX3" fmla="*/ 9047699 w 9047699"/>
                <a:gd name="connsiteY3" fmla="*/ 6884795 h 6884795"/>
                <a:gd name="connsiteX4" fmla="*/ 0 w 9047699"/>
                <a:gd name="connsiteY4" fmla="*/ 6876003 h 6884795"/>
                <a:gd name="connsiteX0" fmla="*/ 0 w 8493784"/>
                <a:gd name="connsiteY0" fmla="*/ 6884796 h 6884796"/>
                <a:gd name="connsiteX1" fmla="*/ 9467 w 8493784"/>
                <a:gd name="connsiteY1" fmla="*/ 0 h 6884796"/>
                <a:gd name="connsiteX2" fmla="*/ 1617784 w 8493784"/>
                <a:gd name="connsiteY2" fmla="*/ 8795 h 6884796"/>
                <a:gd name="connsiteX3" fmla="*/ 8493784 w 8493784"/>
                <a:gd name="connsiteY3" fmla="*/ 6884795 h 6884796"/>
                <a:gd name="connsiteX4" fmla="*/ 0 w 8493784"/>
                <a:gd name="connsiteY4" fmla="*/ 6884796 h 6884796"/>
                <a:gd name="connsiteX0" fmla="*/ 322 w 8485314"/>
                <a:gd name="connsiteY0" fmla="*/ 6884796 h 6884796"/>
                <a:gd name="connsiteX1" fmla="*/ 997 w 8485314"/>
                <a:gd name="connsiteY1" fmla="*/ 0 h 6884796"/>
                <a:gd name="connsiteX2" fmla="*/ 1609314 w 8485314"/>
                <a:gd name="connsiteY2" fmla="*/ 8795 h 6884796"/>
                <a:gd name="connsiteX3" fmla="*/ 8485314 w 8485314"/>
                <a:gd name="connsiteY3" fmla="*/ 6884795 h 6884796"/>
                <a:gd name="connsiteX4" fmla="*/ 322 w 8485314"/>
                <a:gd name="connsiteY4" fmla="*/ 6884796 h 6884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85314" h="6884796">
                  <a:moveTo>
                    <a:pt x="322" y="6884796"/>
                  </a:moveTo>
                  <a:cubicBezTo>
                    <a:pt x="3477" y="5694765"/>
                    <a:pt x="-2158" y="1190031"/>
                    <a:pt x="997" y="0"/>
                  </a:cubicBezTo>
                  <a:lnTo>
                    <a:pt x="1609314" y="8795"/>
                  </a:lnTo>
                  <a:lnTo>
                    <a:pt x="8485314" y="6884795"/>
                  </a:lnTo>
                  <a:lnTo>
                    <a:pt x="322" y="6884796"/>
                  </a:ln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2" name="Right Triangle 7"/>
            <p:cNvSpPr/>
            <p:nvPr/>
          </p:nvSpPr>
          <p:spPr>
            <a:xfrm rot="8097777">
              <a:off x="7418249" y="5789882"/>
              <a:ext cx="2160000" cy="2160000"/>
            </a:xfrm>
            <a:prstGeom prst="rtTriangle">
              <a:avLst/>
            </a:prstGeom>
            <a:solidFill>
              <a:srgbClr val="0643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Прямоугольный треугольник 12"/>
            <p:cNvSpPr/>
            <p:nvPr/>
          </p:nvSpPr>
          <p:spPr>
            <a:xfrm rot="2700000">
              <a:off x="9573158" y="2730646"/>
              <a:ext cx="3275155" cy="4422525"/>
            </a:xfrm>
            <a:custGeom>
              <a:avLst/>
              <a:gdLst>
                <a:gd name="connsiteX0" fmla="*/ 0 w 2171697"/>
                <a:gd name="connsiteY0" fmla="*/ 2171697 h 2171697"/>
                <a:gd name="connsiteX1" fmla="*/ 0 w 2171697"/>
                <a:gd name="connsiteY1" fmla="*/ 0 h 2171697"/>
                <a:gd name="connsiteX2" fmla="*/ 2171697 w 2171697"/>
                <a:gd name="connsiteY2" fmla="*/ 2171697 h 2171697"/>
                <a:gd name="connsiteX3" fmla="*/ 0 w 2171697"/>
                <a:gd name="connsiteY3" fmla="*/ 2171697 h 2171697"/>
                <a:gd name="connsiteX0" fmla="*/ 0 w 2171697"/>
                <a:gd name="connsiteY0" fmla="*/ 2171697 h 2171697"/>
                <a:gd name="connsiteX1" fmla="*/ 0 w 2171697"/>
                <a:gd name="connsiteY1" fmla="*/ 0 h 2171697"/>
                <a:gd name="connsiteX2" fmla="*/ 1329112 w 2171697"/>
                <a:gd name="connsiteY2" fmla="*/ 1321746 h 2171697"/>
                <a:gd name="connsiteX3" fmla="*/ 2171697 w 2171697"/>
                <a:gd name="connsiteY3" fmla="*/ 2171697 h 2171697"/>
                <a:gd name="connsiteX4" fmla="*/ 0 w 2171697"/>
                <a:gd name="connsiteY4" fmla="*/ 2171697 h 2171697"/>
                <a:gd name="connsiteX0" fmla="*/ 0 w 2647137"/>
                <a:gd name="connsiteY0" fmla="*/ 2171697 h 2171697"/>
                <a:gd name="connsiteX1" fmla="*/ 0 w 2647137"/>
                <a:gd name="connsiteY1" fmla="*/ 0 h 2171697"/>
                <a:gd name="connsiteX2" fmla="*/ 2647137 w 2647137"/>
                <a:gd name="connsiteY2" fmla="*/ 1707207 h 2171697"/>
                <a:gd name="connsiteX3" fmla="*/ 2171697 w 2647137"/>
                <a:gd name="connsiteY3" fmla="*/ 2171697 h 2171697"/>
                <a:gd name="connsiteX4" fmla="*/ 0 w 2647137"/>
                <a:gd name="connsiteY4" fmla="*/ 2171697 h 2171697"/>
                <a:gd name="connsiteX0" fmla="*/ 18650 w 2665787"/>
                <a:gd name="connsiteY0" fmla="*/ 3110479 h 3110479"/>
                <a:gd name="connsiteX1" fmla="*/ 0 w 2665787"/>
                <a:gd name="connsiteY1" fmla="*/ 0 h 3110479"/>
                <a:gd name="connsiteX2" fmla="*/ 2665787 w 2665787"/>
                <a:gd name="connsiteY2" fmla="*/ 2645989 h 3110479"/>
                <a:gd name="connsiteX3" fmla="*/ 2190347 w 2665787"/>
                <a:gd name="connsiteY3" fmla="*/ 3110479 h 3110479"/>
                <a:gd name="connsiteX4" fmla="*/ 18650 w 2665787"/>
                <a:gd name="connsiteY4" fmla="*/ 3110479 h 3110479"/>
                <a:gd name="connsiteX0" fmla="*/ 150783 w 2797920"/>
                <a:gd name="connsiteY0" fmla="*/ 5444842 h 5444842"/>
                <a:gd name="connsiteX1" fmla="*/ 0 w 2797920"/>
                <a:gd name="connsiteY1" fmla="*/ 0 h 5444842"/>
                <a:gd name="connsiteX2" fmla="*/ 2797920 w 2797920"/>
                <a:gd name="connsiteY2" fmla="*/ 4980352 h 5444842"/>
                <a:gd name="connsiteX3" fmla="*/ 2322480 w 2797920"/>
                <a:gd name="connsiteY3" fmla="*/ 5444842 h 5444842"/>
                <a:gd name="connsiteX4" fmla="*/ 150783 w 2797920"/>
                <a:gd name="connsiteY4" fmla="*/ 5444842 h 5444842"/>
                <a:gd name="connsiteX0" fmla="*/ 62693 w 2709830"/>
                <a:gd name="connsiteY0" fmla="*/ 5369336 h 5369336"/>
                <a:gd name="connsiteX1" fmla="*/ 0 w 2709830"/>
                <a:gd name="connsiteY1" fmla="*/ 0 h 5369336"/>
                <a:gd name="connsiteX2" fmla="*/ 2709830 w 2709830"/>
                <a:gd name="connsiteY2" fmla="*/ 4904846 h 5369336"/>
                <a:gd name="connsiteX3" fmla="*/ 2234390 w 2709830"/>
                <a:gd name="connsiteY3" fmla="*/ 5369336 h 5369336"/>
                <a:gd name="connsiteX4" fmla="*/ 62693 w 2709830"/>
                <a:gd name="connsiteY4" fmla="*/ 5369336 h 5369336"/>
                <a:gd name="connsiteX0" fmla="*/ 18648 w 2665785"/>
                <a:gd name="connsiteY0" fmla="*/ 5325292 h 5325292"/>
                <a:gd name="connsiteX1" fmla="*/ 0 w 2665785"/>
                <a:gd name="connsiteY1" fmla="*/ 0 h 5325292"/>
                <a:gd name="connsiteX2" fmla="*/ 2665785 w 2665785"/>
                <a:gd name="connsiteY2" fmla="*/ 4860802 h 5325292"/>
                <a:gd name="connsiteX3" fmla="*/ 2190345 w 2665785"/>
                <a:gd name="connsiteY3" fmla="*/ 5325292 h 5325292"/>
                <a:gd name="connsiteX4" fmla="*/ 18648 w 2665785"/>
                <a:gd name="connsiteY4" fmla="*/ 5325292 h 5325292"/>
                <a:gd name="connsiteX0" fmla="*/ 0 w 2647137"/>
                <a:gd name="connsiteY0" fmla="*/ 5300124 h 5300124"/>
                <a:gd name="connsiteX1" fmla="*/ 6519 w 2647137"/>
                <a:gd name="connsiteY1" fmla="*/ 0 h 5300124"/>
                <a:gd name="connsiteX2" fmla="*/ 2647137 w 2647137"/>
                <a:gd name="connsiteY2" fmla="*/ 4835634 h 5300124"/>
                <a:gd name="connsiteX3" fmla="*/ 2171697 w 2647137"/>
                <a:gd name="connsiteY3" fmla="*/ 5300124 h 5300124"/>
                <a:gd name="connsiteX4" fmla="*/ 0 w 2647137"/>
                <a:gd name="connsiteY4" fmla="*/ 5300124 h 5300124"/>
                <a:gd name="connsiteX0" fmla="*/ 6065 w 2653202"/>
                <a:gd name="connsiteY0" fmla="*/ 5312708 h 5312708"/>
                <a:gd name="connsiteX1" fmla="*/ 0 w 2653202"/>
                <a:gd name="connsiteY1" fmla="*/ 0 h 5312708"/>
                <a:gd name="connsiteX2" fmla="*/ 2653202 w 2653202"/>
                <a:gd name="connsiteY2" fmla="*/ 4848218 h 5312708"/>
                <a:gd name="connsiteX3" fmla="*/ 2177762 w 2653202"/>
                <a:gd name="connsiteY3" fmla="*/ 5312708 h 5312708"/>
                <a:gd name="connsiteX4" fmla="*/ 6065 w 2653202"/>
                <a:gd name="connsiteY4" fmla="*/ 5312708 h 5312708"/>
                <a:gd name="connsiteX0" fmla="*/ 559 w 2647696"/>
                <a:gd name="connsiteY0" fmla="*/ 5306416 h 5306416"/>
                <a:gd name="connsiteX1" fmla="*/ 786 w 2647696"/>
                <a:gd name="connsiteY1" fmla="*/ 0 h 5306416"/>
                <a:gd name="connsiteX2" fmla="*/ 2647696 w 2647696"/>
                <a:gd name="connsiteY2" fmla="*/ 4841926 h 5306416"/>
                <a:gd name="connsiteX3" fmla="*/ 2172256 w 2647696"/>
                <a:gd name="connsiteY3" fmla="*/ 5306416 h 5306416"/>
                <a:gd name="connsiteX4" fmla="*/ 559 w 2647696"/>
                <a:gd name="connsiteY4" fmla="*/ 5306416 h 5306416"/>
                <a:gd name="connsiteX0" fmla="*/ 559 w 3736225"/>
                <a:gd name="connsiteY0" fmla="*/ 5306416 h 5306416"/>
                <a:gd name="connsiteX1" fmla="*/ 786 w 3736225"/>
                <a:gd name="connsiteY1" fmla="*/ 0 h 5306416"/>
                <a:gd name="connsiteX2" fmla="*/ 3736225 w 3736225"/>
                <a:gd name="connsiteY2" fmla="*/ 3740811 h 5306416"/>
                <a:gd name="connsiteX3" fmla="*/ 2172256 w 3736225"/>
                <a:gd name="connsiteY3" fmla="*/ 5306416 h 5306416"/>
                <a:gd name="connsiteX4" fmla="*/ 559 w 3736225"/>
                <a:gd name="connsiteY4" fmla="*/ 5306416 h 5306416"/>
                <a:gd name="connsiteX0" fmla="*/ 559 w 3333532"/>
                <a:gd name="connsiteY0" fmla="*/ 5306416 h 5306416"/>
                <a:gd name="connsiteX1" fmla="*/ 786 w 3333532"/>
                <a:gd name="connsiteY1" fmla="*/ 0 h 5306416"/>
                <a:gd name="connsiteX2" fmla="*/ 3333532 w 3333532"/>
                <a:gd name="connsiteY2" fmla="*/ 4130921 h 5306416"/>
                <a:gd name="connsiteX3" fmla="*/ 2172256 w 3333532"/>
                <a:gd name="connsiteY3" fmla="*/ 5306416 h 5306416"/>
                <a:gd name="connsiteX4" fmla="*/ 559 w 3333532"/>
                <a:gd name="connsiteY4" fmla="*/ 5306416 h 5306416"/>
                <a:gd name="connsiteX0" fmla="*/ 559 w 3314656"/>
                <a:gd name="connsiteY0" fmla="*/ 5306416 h 5306416"/>
                <a:gd name="connsiteX1" fmla="*/ 786 w 3314656"/>
                <a:gd name="connsiteY1" fmla="*/ 0 h 5306416"/>
                <a:gd name="connsiteX2" fmla="*/ 3314656 w 3314656"/>
                <a:gd name="connsiteY2" fmla="*/ 4149796 h 5306416"/>
                <a:gd name="connsiteX3" fmla="*/ 2172256 w 3314656"/>
                <a:gd name="connsiteY3" fmla="*/ 5306416 h 5306416"/>
                <a:gd name="connsiteX4" fmla="*/ 559 w 3314656"/>
                <a:gd name="connsiteY4" fmla="*/ 5306416 h 5306416"/>
                <a:gd name="connsiteX0" fmla="*/ 559 w 3314656"/>
                <a:gd name="connsiteY0" fmla="*/ 4526198 h 4526198"/>
                <a:gd name="connsiteX1" fmla="*/ 786 w 3314656"/>
                <a:gd name="connsiteY1" fmla="*/ 0 h 4526198"/>
                <a:gd name="connsiteX2" fmla="*/ 3314656 w 3314656"/>
                <a:gd name="connsiteY2" fmla="*/ 3369578 h 4526198"/>
                <a:gd name="connsiteX3" fmla="*/ 2172256 w 3314656"/>
                <a:gd name="connsiteY3" fmla="*/ 4526198 h 4526198"/>
                <a:gd name="connsiteX4" fmla="*/ 559 w 3314656"/>
                <a:gd name="connsiteY4" fmla="*/ 4526198 h 4526198"/>
                <a:gd name="connsiteX0" fmla="*/ 559 w 3314656"/>
                <a:gd name="connsiteY0" fmla="*/ 4501029 h 4501029"/>
                <a:gd name="connsiteX1" fmla="*/ 786 w 3314656"/>
                <a:gd name="connsiteY1" fmla="*/ 0 h 4501029"/>
                <a:gd name="connsiteX2" fmla="*/ 3314656 w 3314656"/>
                <a:gd name="connsiteY2" fmla="*/ 3344409 h 4501029"/>
                <a:gd name="connsiteX3" fmla="*/ 2172256 w 3314656"/>
                <a:gd name="connsiteY3" fmla="*/ 4501029 h 4501029"/>
                <a:gd name="connsiteX4" fmla="*/ 559 w 3314656"/>
                <a:gd name="connsiteY4" fmla="*/ 4501029 h 4501029"/>
                <a:gd name="connsiteX0" fmla="*/ 259 w 3314356"/>
                <a:gd name="connsiteY0" fmla="*/ 4482154 h 4482154"/>
                <a:gd name="connsiteX1" fmla="*/ 6778 w 3314356"/>
                <a:gd name="connsiteY1" fmla="*/ 0 h 4482154"/>
                <a:gd name="connsiteX2" fmla="*/ 3314356 w 3314356"/>
                <a:gd name="connsiteY2" fmla="*/ 3325534 h 4482154"/>
                <a:gd name="connsiteX3" fmla="*/ 2171956 w 3314356"/>
                <a:gd name="connsiteY3" fmla="*/ 4482154 h 4482154"/>
                <a:gd name="connsiteX4" fmla="*/ 259 w 3314356"/>
                <a:gd name="connsiteY4" fmla="*/ 4482154 h 4482154"/>
                <a:gd name="connsiteX0" fmla="*/ 558 w 3314655"/>
                <a:gd name="connsiteY0" fmla="*/ 4475862 h 4475862"/>
                <a:gd name="connsiteX1" fmla="*/ 784 w 3314655"/>
                <a:gd name="connsiteY1" fmla="*/ 0 h 4475862"/>
                <a:gd name="connsiteX2" fmla="*/ 3314655 w 3314655"/>
                <a:gd name="connsiteY2" fmla="*/ 3319242 h 4475862"/>
                <a:gd name="connsiteX3" fmla="*/ 2172255 w 3314655"/>
                <a:gd name="connsiteY3" fmla="*/ 4475862 h 4475862"/>
                <a:gd name="connsiteX4" fmla="*/ 558 w 3314655"/>
                <a:gd name="connsiteY4" fmla="*/ 4475862 h 4475862"/>
                <a:gd name="connsiteX0" fmla="*/ 558 w 3314655"/>
                <a:gd name="connsiteY0" fmla="*/ 4475862 h 4475862"/>
                <a:gd name="connsiteX1" fmla="*/ 785 w 3314655"/>
                <a:gd name="connsiteY1" fmla="*/ 0 h 4475862"/>
                <a:gd name="connsiteX2" fmla="*/ 3314655 w 3314655"/>
                <a:gd name="connsiteY2" fmla="*/ 3319242 h 4475862"/>
                <a:gd name="connsiteX3" fmla="*/ 2172255 w 3314655"/>
                <a:gd name="connsiteY3" fmla="*/ 4475862 h 4475862"/>
                <a:gd name="connsiteX4" fmla="*/ 558 w 3314655"/>
                <a:gd name="connsiteY4" fmla="*/ 4475862 h 4475862"/>
                <a:gd name="connsiteX0" fmla="*/ 558 w 3314655"/>
                <a:gd name="connsiteY0" fmla="*/ 4475862 h 4475862"/>
                <a:gd name="connsiteX1" fmla="*/ 785 w 3314655"/>
                <a:gd name="connsiteY1" fmla="*/ 0 h 4475862"/>
                <a:gd name="connsiteX2" fmla="*/ 3314655 w 3314655"/>
                <a:gd name="connsiteY2" fmla="*/ 3319242 h 4475862"/>
                <a:gd name="connsiteX3" fmla="*/ 2172255 w 3314655"/>
                <a:gd name="connsiteY3" fmla="*/ 4475862 h 4475862"/>
                <a:gd name="connsiteX4" fmla="*/ 558 w 3314655"/>
                <a:gd name="connsiteY4" fmla="*/ 4475862 h 44758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14655" h="4475862">
                  <a:moveTo>
                    <a:pt x="558" y="4475862"/>
                  </a:moveTo>
                  <a:cubicBezTo>
                    <a:pt x="-1464" y="2704959"/>
                    <a:pt x="2807" y="1770903"/>
                    <a:pt x="785" y="0"/>
                  </a:cubicBezTo>
                  <a:lnTo>
                    <a:pt x="3314655" y="3319242"/>
                  </a:lnTo>
                  <a:lnTo>
                    <a:pt x="2172255" y="4475862"/>
                  </a:lnTo>
                  <a:lnTo>
                    <a:pt x="558" y="4475862"/>
                  </a:lnTo>
                  <a:close/>
                </a:path>
              </a:pathLst>
            </a:custGeom>
            <a:solidFill>
              <a:srgbClr val="0974C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pic>
          <p:nvPicPr>
            <p:cNvPr id="24" name="Рисунок 23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78257" y="6196904"/>
              <a:ext cx="1661746" cy="36969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77858877"/>
      </p:ext>
    </p:extLst>
  </p:cSld>
  <p:clrMapOvr>
    <a:masterClrMapping/>
  </p:clrMapOvr>
  <p:transition spd="slow">
    <p:wipe dir="r"/>
  </p:transition>
  <p:hf sldNum="0"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6400" y="228600"/>
            <a:ext cx="11074400" cy="868362"/>
          </a:xfrm>
        </p:spPr>
        <p:txBody>
          <a:bodyPr anchor="t">
            <a:normAutofit/>
          </a:bodyPr>
          <a:lstStyle>
            <a:lvl1pPr algn="l">
              <a:defRPr sz="3375" b="1">
                <a:solidFill>
                  <a:srgbClr val="064398"/>
                </a:solidFill>
                <a:latin typeface="Calibri"/>
                <a:cs typeface="Calibri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447803"/>
            <a:ext cx="10160000" cy="4525963"/>
          </a:xfrm>
        </p:spPr>
        <p:txBody>
          <a:bodyPr/>
          <a:lstStyle>
            <a:lvl1pPr marL="0" indent="0" algn="l">
              <a:buSzPct val="100000"/>
              <a:buFont typeface="Lucida Grande"/>
              <a:buNone/>
              <a:defRPr b="0" i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defRPr>
            </a:lvl1pPr>
            <a:lvl2pPr algn="l">
              <a:buFont typeface="Arial"/>
              <a:buChar char="•"/>
              <a:defRPr b="0" i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defRPr>
            </a:lvl2pPr>
            <a:lvl3pPr algn="l">
              <a:defRPr b="0" i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defRPr>
            </a:lvl3pPr>
            <a:lvl4pPr algn="l">
              <a:buFont typeface="Arial"/>
              <a:buChar char="•"/>
              <a:defRPr b="0" i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defRPr>
            </a:lvl4pPr>
            <a:lvl5pPr algn="l">
              <a:buFont typeface="Arial"/>
              <a:buChar char="•"/>
              <a:defRPr b="0" i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08800" y="6356353"/>
            <a:ext cx="2844800" cy="365125"/>
          </a:xfrm>
          <a:prstGeom prst="rect">
            <a:avLst/>
          </a:prstGeom>
        </p:spPr>
        <p:txBody>
          <a:bodyPr anchor="ctr"/>
          <a:lstStyle>
            <a:lvl1pPr algn="r">
              <a:defRPr sz="900" b="0" i="0">
                <a:solidFill>
                  <a:srgbClr val="419C79"/>
                </a:solidFill>
                <a:latin typeface="Calibri"/>
                <a:cs typeface="Calibri"/>
              </a:defRPr>
            </a:lvl1pPr>
          </a:lstStyle>
          <a:p>
            <a:fld id="{4FFA5D71-ECD7-4A48-85F1-DC01773A328F}" type="slidenum">
              <a:rPr lang="ru-RU" smtClean="0"/>
              <a:t>‹#›</a:t>
            </a:fld>
            <a:endParaRPr lang="ru-RU"/>
          </a:p>
        </p:txBody>
      </p:sp>
      <p:sp>
        <p:nvSpPr>
          <p:cNvPr id="18" name="Slide Number Placeholder 5"/>
          <p:cNvSpPr txBox="1">
            <a:spLocks/>
          </p:cNvSpPr>
          <p:nvPr/>
        </p:nvSpPr>
        <p:spPr>
          <a:xfrm>
            <a:off x="406400" y="6324603"/>
            <a:ext cx="2844800" cy="365125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>
              <a:defRPr b="0" i="0">
                <a:solidFill>
                  <a:srgbClr val="419C79"/>
                </a:solidFill>
                <a:latin typeface="FagoNoLf-Regular"/>
                <a:cs typeface="FagoNoLf-Regular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419C79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54050223"/>
      </p:ext>
    </p:extLst>
  </p:cSld>
  <p:clrMapOvr>
    <a:masterClrMapping/>
  </p:clrMapOvr>
  <p:transition spd="slow">
    <p:wipe dir="r"/>
  </p:transition>
  <p:hf sldNum="0"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3000" b="1" cap="all">
                <a:solidFill>
                  <a:srgbClr val="064398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16000" y="6400803"/>
            <a:ext cx="2844800" cy="365125"/>
          </a:xfrm>
          <a:prstGeom prst="rect">
            <a:avLst/>
          </a:prstGeom>
        </p:spPr>
        <p:txBody>
          <a:bodyPr/>
          <a:lstStyle/>
          <a:p>
            <a:fld id="{840E8EF4-D519-4DB3-9F3E-7765FA433401}" type="datetimeFigureOut">
              <a:rPr lang="ru-RU" smtClean="0"/>
              <a:t>24.10.2025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www.altagenetics.ru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03AF3CA9-1F87-425D-B5C8-809D280CBEF1}" type="slidenum">
              <a:rPr lang="ru-RU" smtClean="0"/>
              <a:pPr/>
              <a:t>‹#›</a:t>
            </a:fld>
            <a:r>
              <a:rPr lang="en-US"/>
              <a:t>   </a:t>
            </a:r>
            <a:fld id="{2B947A96-0315-4585-A71E-B83A916D7BDC}" type="datetimeFigureOut">
              <a:rPr lang="ru-RU" smtClean="0"/>
              <a:pPr/>
              <a:t>24.10.2025</a:t>
            </a:fld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xmlns="" id="{4925EAA2-6DFC-4B01-8CDD-D7D7AFBE30F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2000" y="5413248"/>
            <a:ext cx="3840000" cy="1444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5554945"/>
      </p:ext>
    </p:extLst>
  </p:cSld>
  <p:clrMapOvr>
    <a:masterClrMapping/>
  </p:clrMapOvr>
  <p:transition spd="slow"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64398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16000" y="6400803"/>
            <a:ext cx="2844800" cy="365125"/>
          </a:xfrm>
          <a:prstGeom prst="rect">
            <a:avLst/>
          </a:prstGeom>
        </p:spPr>
        <p:txBody>
          <a:bodyPr/>
          <a:lstStyle/>
          <a:p>
            <a:fld id="{840E8EF4-D519-4DB3-9F3E-7765FA433401}" type="datetimeFigureOut">
              <a:rPr lang="ru-RU" smtClean="0"/>
              <a:t>24.10.2025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www.altagenetics.ru</a:t>
            </a:r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03AF3CA9-1F87-425D-B5C8-809D280CBEF1}" type="slidenum">
              <a:rPr lang="ru-RU" smtClean="0"/>
              <a:pPr/>
              <a:t>‹#›</a:t>
            </a:fld>
            <a:r>
              <a:rPr lang="en-US"/>
              <a:t>   </a:t>
            </a:r>
            <a:fld id="{2B947A96-0315-4585-A71E-B83A916D7BDC}" type="datetimeFigureOut">
              <a:rPr lang="ru-RU" smtClean="0"/>
              <a:pPr/>
              <a:t>24.10.2025</a:t>
            </a:fld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xmlns="" id="{5BD00235-D6EC-4D0B-BB85-C70EAE00AE8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2000" y="5413248"/>
            <a:ext cx="3840000" cy="1444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485687"/>
      </p:ext>
    </p:extLst>
  </p:cSld>
  <p:clrMapOvr>
    <a:masterClrMapping/>
  </p:clrMapOvr>
  <p:transition spd="slow"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64398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1016000" y="6400803"/>
            <a:ext cx="2844800" cy="365125"/>
          </a:xfrm>
          <a:prstGeom prst="rect">
            <a:avLst/>
          </a:prstGeom>
        </p:spPr>
        <p:txBody>
          <a:bodyPr/>
          <a:lstStyle/>
          <a:p>
            <a:fld id="{840E8EF4-D519-4DB3-9F3E-7765FA433401}" type="datetimeFigureOut">
              <a:rPr lang="ru-RU" smtClean="0"/>
              <a:t>24.10.2025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4FFA5D71-ECD7-4A48-85F1-DC01773A328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6986537"/>
      </p:ext>
    </p:extLst>
  </p:cSld>
  <p:clrMapOvr>
    <a:masterClrMapping/>
  </p:clrMapOvr>
  <p:transition spd="slow">
    <p:wipe dir="r"/>
  </p:transition>
  <p:hf sldNum="0"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016000" y="6400803"/>
            <a:ext cx="2844800" cy="365125"/>
          </a:xfrm>
          <a:prstGeom prst="rect">
            <a:avLst/>
          </a:prstGeom>
        </p:spPr>
        <p:txBody>
          <a:bodyPr/>
          <a:lstStyle/>
          <a:p>
            <a:fld id="{840E8EF4-D519-4DB3-9F3E-7765FA433401}" type="datetimeFigureOut">
              <a:rPr lang="ru-RU" smtClean="0"/>
              <a:t>24.10.2025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www.altagenetics.ru</a:t>
            </a:r>
            <a:endParaRPr lang="ru-R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03AF3CA9-1F87-425D-B5C8-809D280CBEF1}" type="slidenum">
              <a:rPr lang="ru-RU" smtClean="0"/>
              <a:pPr/>
              <a:t>‹#›</a:t>
            </a:fld>
            <a:r>
              <a:rPr lang="en-US"/>
              <a:t>   </a:t>
            </a:r>
            <a:fld id="{2B947A96-0315-4585-A71E-B83A916D7BDC}" type="datetimeFigureOut">
              <a:rPr lang="ru-RU" smtClean="0"/>
              <a:pPr/>
              <a:t>24.10.2025</a:t>
            </a:fld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xmlns="" id="{070A66C4-DE00-4734-8685-0F0E6D71EBA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2000" y="3978000"/>
            <a:ext cx="3840000" cy="28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7880922"/>
      </p:ext>
    </p:extLst>
  </p:cSld>
  <p:clrMapOvr>
    <a:masterClrMapping/>
  </p:clrMapOvr>
  <p:transition spd="slow"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1016000" y="6400803"/>
            <a:ext cx="2844800" cy="365125"/>
          </a:xfrm>
          <a:prstGeom prst="rect">
            <a:avLst/>
          </a:prstGeom>
        </p:spPr>
        <p:txBody>
          <a:bodyPr/>
          <a:lstStyle/>
          <a:p>
            <a:fld id="{840E8EF4-D519-4DB3-9F3E-7765FA433401}" type="datetimeFigureOut">
              <a:rPr lang="ru-RU" smtClean="0"/>
              <a:t>24.10.2025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www.altagenetics.ru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03AF3CA9-1F87-425D-B5C8-809D280CBEF1}" type="slidenum">
              <a:rPr lang="ru-RU" smtClean="0"/>
              <a:pPr/>
              <a:t>‹#›</a:t>
            </a:fld>
            <a:r>
              <a:rPr lang="en-US"/>
              <a:t>   </a:t>
            </a:r>
            <a:fld id="{2B947A96-0315-4585-A71E-B83A916D7BDC}" type="datetimeFigureOut">
              <a:rPr lang="ru-RU" smtClean="0"/>
              <a:pPr/>
              <a:t>24.10.2025</a:t>
            </a:fld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xmlns="" id="{3163CF30-829A-43D3-B127-19D136D7A0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2000" y="3978000"/>
            <a:ext cx="3840000" cy="28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0045752"/>
      </p:ext>
    </p:extLst>
  </p:cSld>
  <p:clrMapOvr>
    <a:masterClrMapping/>
  </p:clrMapOvr>
  <p:transition spd="slow"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16000" y="6400803"/>
            <a:ext cx="2844800" cy="365125"/>
          </a:xfrm>
          <a:prstGeom prst="rect">
            <a:avLst/>
          </a:prstGeom>
        </p:spPr>
        <p:txBody>
          <a:bodyPr/>
          <a:lstStyle/>
          <a:p>
            <a:fld id="{840E8EF4-D519-4DB3-9F3E-7765FA433401}" type="datetimeFigureOut">
              <a:rPr lang="ru-RU" smtClean="0"/>
              <a:t>24.10.2025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4FFA5D71-ECD7-4A48-85F1-DC01773A328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2046269"/>
      </p:ext>
    </p:extLst>
  </p:cSld>
  <p:clrMapOvr>
    <a:masterClrMapping/>
  </p:clrMapOvr>
  <p:transition spd="slow">
    <p:wipe dir="r"/>
  </p:transition>
  <p:hf sldNum="0"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16000" y="6400803"/>
            <a:ext cx="2844800" cy="365125"/>
          </a:xfrm>
          <a:prstGeom prst="rect">
            <a:avLst/>
          </a:prstGeom>
        </p:spPr>
        <p:txBody>
          <a:bodyPr/>
          <a:lstStyle/>
          <a:p>
            <a:fld id="{840E8EF4-D519-4DB3-9F3E-7765FA433401}" type="datetimeFigureOut">
              <a:rPr lang="ru-RU" smtClean="0"/>
              <a:t>24.10.2025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4FFA5D71-ECD7-4A48-85F1-DC01773A328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2437913"/>
      </p:ext>
    </p:extLst>
  </p:cSld>
  <p:clrMapOvr>
    <a:masterClrMapping/>
  </p:clrMapOvr>
  <p:transition spd="slow">
    <p:wipe dir="r"/>
  </p:transition>
  <p:hf sldNum="0"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914400" y="304800"/>
            <a:ext cx="10363200" cy="5791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AC/2017-03-16</a:t>
            </a:r>
            <a:endParaRPr lang="en-US" dirty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algn="r"/>
            <a:r>
              <a:rPr lang="en-GB"/>
              <a:t>Confidential</a:t>
            </a:r>
            <a:endParaRPr lang="en-GB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r>
              <a:rPr lang="sv-SE"/>
              <a:t>/ </a:t>
            </a:r>
            <a:fld id="{51D75496-C612-4091-9F61-05CA146263B0}" type="slidenum">
              <a:rPr lang="sv-SE" smtClean="0"/>
              <a:pPr/>
              <a:t>‹#›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861551088"/>
      </p:ext>
    </p:extLst>
  </p:cSld>
  <p:clrMapOvr>
    <a:masterClrMapping/>
  </p:clrMapOvr>
  <p:hf sldNum="0"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904699"/>
      </p:ext>
    </p:extLst>
  </p:cSld>
  <p:clrMapOvr>
    <a:masterClrMapping/>
  </p:clrMapOvr>
  <p:hf sldNum="0" hd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 A">
    <p:bg>
      <p:bgPr>
        <a:blipFill dpi="0" rotWithShape="1">
          <a:blip r:embed="rId2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93"/>
            <a:ext cx="12192000" cy="6853247"/>
          </a:xfrm>
          <a:prstGeom prst="rect">
            <a:avLst/>
          </a:prstGeom>
        </p:spPr>
      </p:pic>
      <p:sp>
        <p:nvSpPr>
          <p:cNvPr id="10" name="Заголовок 1"/>
          <p:cNvSpPr>
            <a:spLocks noGrp="1"/>
          </p:cNvSpPr>
          <p:nvPr>
            <p:ph type="ctrTitle"/>
          </p:nvPr>
        </p:nvSpPr>
        <p:spPr>
          <a:xfrm>
            <a:off x="623392" y="3212978"/>
            <a:ext cx="7728608" cy="1368153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1" name="Подзаголовок 2"/>
          <p:cNvSpPr>
            <a:spLocks noGrp="1"/>
          </p:cNvSpPr>
          <p:nvPr>
            <p:ph type="subTitle" idx="1"/>
          </p:nvPr>
        </p:nvSpPr>
        <p:spPr>
          <a:xfrm>
            <a:off x="623392" y="4581128"/>
            <a:ext cx="7728608" cy="136815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lnSpc>
                <a:spcPct val="90000"/>
              </a:lnSpc>
              <a:buNone/>
              <a:defRPr sz="3200">
                <a:solidFill>
                  <a:schemeClr val="accent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dirty="0"/>
              <a:t>Образец подзаголовка</a:t>
            </a:r>
          </a:p>
        </p:txBody>
      </p:sp>
      <p:sp>
        <p:nvSpPr>
          <p:cNvPr id="12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623393" y="6021288"/>
            <a:ext cx="6432715" cy="434678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2000" kern="1200" spc="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www.altagenetics.ru</a:t>
            </a:r>
            <a:endParaRPr lang="ru-RU" dirty="0"/>
          </a:p>
        </p:txBody>
      </p:sp>
      <p:sp>
        <p:nvSpPr>
          <p:cNvPr id="13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23392" y="6453336"/>
            <a:ext cx="2844800" cy="288032"/>
          </a:xfrm>
          <a:prstGeom prst="rect">
            <a:avLst/>
          </a:prstGeom>
        </p:spPr>
        <p:txBody>
          <a:bodyPr/>
          <a:lstStyle>
            <a:lvl1pPr algn="l">
              <a:lnSpc>
                <a:spcPct val="90000"/>
              </a:lnSpc>
              <a:defRPr sz="2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03AF3CA9-1F87-425D-B5C8-809D280CBEF1}" type="slidenum">
              <a:rPr lang="ru-RU" smtClean="0"/>
              <a:pPr/>
              <a:t>‹#›</a:t>
            </a:fld>
            <a:r>
              <a:rPr lang="en-US"/>
              <a:t>   </a:t>
            </a:r>
            <a:fld id="{2B947A96-0315-4585-A71E-B83A916D7BDC}" type="datetimeFigureOut">
              <a:rPr lang="ru-RU" smtClean="0"/>
              <a:pPr/>
              <a:t>24.10.2025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62968393"/>
      </p:ext>
    </p:extLst>
  </p:cSld>
  <p:clrMapOvr>
    <a:masterClrMapping/>
  </p:clrMapOvr>
  <p:transition spd="slow">
    <p:wipe dir="r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 B">
    <p:bg>
      <p:bgPr>
        <a:blipFill dpi="0" rotWithShape="1">
          <a:blip r:embed="rId2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376"/>
            <a:ext cx="12192000" cy="6860376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23392" y="3212978"/>
            <a:ext cx="7728608" cy="1368153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623392" y="4581128"/>
            <a:ext cx="7728608" cy="136815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lnSpc>
                <a:spcPct val="90000"/>
              </a:lnSpc>
              <a:buNone/>
              <a:defRPr sz="3200">
                <a:solidFill>
                  <a:schemeClr val="accent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dirty="0"/>
              <a:t>Образец подзаголовка</a:t>
            </a:r>
          </a:p>
        </p:txBody>
      </p:sp>
      <p:sp>
        <p:nvSpPr>
          <p:cNvPr id="1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623393" y="6021288"/>
            <a:ext cx="6432715" cy="434678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2000" kern="1200" spc="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www.altagenetics.ru</a:t>
            </a:r>
            <a:endParaRPr lang="ru-RU" dirty="0"/>
          </a:p>
        </p:txBody>
      </p:sp>
      <p:sp>
        <p:nvSpPr>
          <p:cNvPr id="1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23392" y="6453336"/>
            <a:ext cx="2844800" cy="288032"/>
          </a:xfrm>
          <a:prstGeom prst="rect">
            <a:avLst/>
          </a:prstGeom>
        </p:spPr>
        <p:txBody>
          <a:bodyPr/>
          <a:lstStyle>
            <a:lvl1pPr algn="l">
              <a:lnSpc>
                <a:spcPct val="90000"/>
              </a:lnSpc>
              <a:defRPr sz="2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03AF3CA9-1F87-425D-B5C8-809D280CBEF1}" type="slidenum">
              <a:rPr lang="ru-RU" smtClean="0"/>
              <a:pPr/>
              <a:t>‹#›</a:t>
            </a:fld>
            <a:r>
              <a:rPr lang="en-US"/>
              <a:t>   </a:t>
            </a:r>
            <a:fld id="{2B947A96-0315-4585-A71E-B83A916D7BDC}" type="datetimeFigureOut">
              <a:rPr lang="ru-RU" smtClean="0"/>
              <a:pPr/>
              <a:t>24.10.2025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6221675"/>
      </p:ext>
    </p:extLst>
  </p:cSld>
  <p:clrMapOvr>
    <a:masterClrMapping/>
  </p:clrMapOvr>
  <p:transition spd="slow">
    <p:wipe dir="r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 C">
    <p:bg>
      <p:bgPr>
        <a:blipFill dpi="0" rotWithShape="1">
          <a:blip r:embed="rId2">
            <a:lum/>
          </a:blip>
          <a:srcRect/>
          <a:stretch>
            <a:fillRect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2000" y="5413248"/>
            <a:ext cx="3840000" cy="1444752"/>
          </a:xfrm>
          <a:prstGeom prst="rect">
            <a:avLst/>
          </a:prstGeom>
        </p:spPr>
      </p:pic>
      <p:sp>
        <p:nvSpPr>
          <p:cNvPr id="18" name="Заголовок 1"/>
          <p:cNvSpPr>
            <a:spLocks noGrp="1"/>
          </p:cNvSpPr>
          <p:nvPr>
            <p:ph type="ctrTitle"/>
          </p:nvPr>
        </p:nvSpPr>
        <p:spPr>
          <a:xfrm>
            <a:off x="623392" y="3212978"/>
            <a:ext cx="7728608" cy="1368153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22" name="Подзаголовок 2"/>
          <p:cNvSpPr>
            <a:spLocks noGrp="1"/>
          </p:cNvSpPr>
          <p:nvPr>
            <p:ph type="subTitle" idx="1"/>
          </p:nvPr>
        </p:nvSpPr>
        <p:spPr>
          <a:xfrm>
            <a:off x="623392" y="4581128"/>
            <a:ext cx="7728608" cy="136815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lnSpc>
                <a:spcPct val="90000"/>
              </a:lnSpc>
              <a:buNone/>
              <a:defRPr sz="32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dirty="0"/>
              <a:t>Образец подзаголовка</a:t>
            </a:r>
          </a:p>
        </p:txBody>
      </p:sp>
      <p:sp>
        <p:nvSpPr>
          <p:cNvPr id="23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623393" y="6021288"/>
            <a:ext cx="6432715" cy="434678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2000" kern="1200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www.altagenetics.ru</a:t>
            </a:r>
            <a:endParaRPr lang="ru-RU" dirty="0"/>
          </a:p>
        </p:txBody>
      </p:sp>
      <p:sp>
        <p:nvSpPr>
          <p:cNvPr id="24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23392" y="6453336"/>
            <a:ext cx="2844800" cy="288032"/>
          </a:xfrm>
          <a:prstGeom prst="rect">
            <a:avLst/>
          </a:prstGeom>
        </p:spPr>
        <p:txBody>
          <a:bodyPr/>
          <a:lstStyle>
            <a:lvl1pPr algn="l">
              <a:lnSpc>
                <a:spcPct val="90000"/>
              </a:lnSpc>
              <a:defRPr sz="2000">
                <a:solidFill>
                  <a:schemeClr val="bg1"/>
                </a:solidFill>
              </a:defRPr>
            </a:lvl1pPr>
          </a:lstStyle>
          <a:p>
            <a:fld id="{03AF3CA9-1F87-425D-B5C8-809D280CBEF1}" type="slidenum">
              <a:rPr lang="ru-RU" smtClean="0"/>
              <a:pPr/>
              <a:t>‹#›</a:t>
            </a:fld>
            <a:r>
              <a:rPr lang="en-US"/>
              <a:t>   </a:t>
            </a:r>
            <a:fld id="{2B947A96-0315-4585-A71E-B83A916D7BDC}" type="datetimeFigureOut">
              <a:rPr lang="ru-RU" smtClean="0"/>
              <a:pPr/>
              <a:t>24.10.2025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36854764"/>
      </p:ext>
    </p:extLst>
  </p:cSld>
  <p:clrMapOvr>
    <a:masterClrMapping/>
  </p:clrMapOvr>
  <p:transition spd="slow">
    <p:wipe dir="r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0687" y="0"/>
            <a:ext cx="9131316" cy="6858000"/>
          </a:xfrm>
          <a:prstGeom prst="rect">
            <a:avLst/>
          </a:prstGeom>
        </p:spPr>
      </p:pic>
      <p:sp>
        <p:nvSpPr>
          <p:cNvPr id="7" name="Заголовок 1"/>
          <p:cNvSpPr>
            <a:spLocks noGrp="1"/>
          </p:cNvSpPr>
          <p:nvPr>
            <p:ph type="title"/>
          </p:nvPr>
        </p:nvSpPr>
        <p:spPr>
          <a:xfrm>
            <a:off x="609600" y="332656"/>
            <a:ext cx="10972800" cy="11430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600" b="1"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6" name="Текст 2"/>
          <p:cNvSpPr>
            <a:spLocks noGrp="1"/>
          </p:cNvSpPr>
          <p:nvPr>
            <p:ph type="body" idx="1"/>
          </p:nvPr>
        </p:nvSpPr>
        <p:spPr>
          <a:xfrm>
            <a:off x="623392" y="1700808"/>
            <a:ext cx="10945216" cy="3960440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623393" y="6021288"/>
            <a:ext cx="6432715" cy="434678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2000" kern="1200" spc="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www.altagenetics.ru</a:t>
            </a:r>
            <a:endParaRPr lang="ru-RU" dirty="0"/>
          </a:p>
        </p:txBody>
      </p:sp>
      <p:sp>
        <p:nvSpPr>
          <p:cNvPr id="18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23392" y="6453336"/>
            <a:ext cx="2844800" cy="288032"/>
          </a:xfrm>
          <a:prstGeom prst="rect">
            <a:avLst/>
          </a:prstGeom>
        </p:spPr>
        <p:txBody>
          <a:bodyPr/>
          <a:lstStyle>
            <a:lvl1pPr algn="l">
              <a:lnSpc>
                <a:spcPct val="90000"/>
              </a:lnSpc>
              <a:defRPr sz="2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03AF3CA9-1F87-425D-B5C8-809D280CBEF1}" type="slidenum">
              <a:rPr lang="ru-RU" smtClean="0"/>
              <a:pPr/>
              <a:t>‹#›</a:t>
            </a:fld>
            <a:r>
              <a:rPr lang="en-US"/>
              <a:t>   </a:t>
            </a:r>
            <a:fld id="{2B947A96-0315-4585-A71E-B83A916D7BDC}" type="datetimeFigureOut">
              <a:rPr lang="ru-RU" smtClean="0"/>
              <a:pPr/>
              <a:t>24.10.2025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54963219"/>
      </p:ext>
    </p:extLst>
  </p:cSld>
  <p:clrMapOvr>
    <a:masterClrMapping/>
  </p:clrMapOvr>
  <p:transition spd="slow">
    <p:wipe dir="r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 и объект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2000" y="5413248"/>
            <a:ext cx="3840000" cy="1444752"/>
          </a:xfrm>
          <a:prstGeom prst="rect">
            <a:avLst/>
          </a:prstGeom>
        </p:spPr>
      </p:pic>
      <p:sp>
        <p:nvSpPr>
          <p:cNvPr id="7" name="Заголовок 1"/>
          <p:cNvSpPr>
            <a:spLocks noGrp="1"/>
          </p:cNvSpPr>
          <p:nvPr>
            <p:ph type="title"/>
          </p:nvPr>
        </p:nvSpPr>
        <p:spPr>
          <a:xfrm>
            <a:off x="609600" y="332656"/>
            <a:ext cx="10972800" cy="11430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600" b="1"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9" name="Объект 2"/>
          <p:cNvSpPr>
            <a:spLocks noGrp="1"/>
          </p:cNvSpPr>
          <p:nvPr>
            <p:ph idx="1"/>
          </p:nvPr>
        </p:nvSpPr>
        <p:spPr>
          <a:xfrm>
            <a:off x="609600" y="1700809"/>
            <a:ext cx="10972800" cy="396044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None/>
              <a:defRPr sz="2800">
                <a:solidFill>
                  <a:schemeClr val="tx1"/>
                </a:solidFill>
              </a:defRPr>
            </a:lvl1pPr>
            <a:lvl2pPr marL="360000" indent="-3600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720000" indent="-3600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Calibri" panose="020F0502020204030204" pitchFamily="34" charset="0"/>
              <a:buChar char="◦"/>
              <a:defRPr sz="2800">
                <a:solidFill>
                  <a:schemeClr val="tx1"/>
                </a:solidFill>
              </a:defRPr>
            </a:lvl3pPr>
            <a:lvl4pPr marL="1080000" indent="-3600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</a:defRPr>
            </a:lvl4pPr>
            <a:lvl5pPr marL="1440000" indent="-3600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Calibri" panose="020F0502020204030204" pitchFamily="34" charset="0"/>
              <a:buChar char="▫"/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0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623393" y="6021288"/>
            <a:ext cx="6432715" cy="434678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2000" kern="1200" spc="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www.altagenetics.ru</a:t>
            </a:r>
            <a:endParaRPr lang="ru-RU" dirty="0"/>
          </a:p>
        </p:txBody>
      </p:sp>
      <p:sp>
        <p:nvSpPr>
          <p:cNvPr id="11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23392" y="6453336"/>
            <a:ext cx="2844800" cy="288032"/>
          </a:xfrm>
          <a:prstGeom prst="rect">
            <a:avLst/>
          </a:prstGeom>
        </p:spPr>
        <p:txBody>
          <a:bodyPr/>
          <a:lstStyle>
            <a:lvl1pPr algn="l">
              <a:lnSpc>
                <a:spcPct val="90000"/>
              </a:lnSpc>
              <a:defRPr sz="2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03AF3CA9-1F87-425D-B5C8-809D280CBEF1}" type="slidenum">
              <a:rPr lang="ru-RU" smtClean="0"/>
              <a:pPr/>
              <a:t>‹#›</a:t>
            </a:fld>
            <a:r>
              <a:rPr lang="en-US"/>
              <a:t>   </a:t>
            </a:r>
            <a:fld id="{2B947A96-0315-4585-A71E-B83A916D7BDC}" type="datetimeFigureOut">
              <a:rPr lang="ru-RU" smtClean="0"/>
              <a:pPr/>
              <a:t>24.10.2025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40291527"/>
      </p:ext>
    </p:extLst>
  </p:cSld>
  <p:clrMapOvr>
    <a:masterClrMapping/>
  </p:clrMapOvr>
  <p:transition spd="slow">
    <p:wipe dir="r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 С">
    <p:bg>
      <p:bgPr>
        <a:blipFill dpi="0" rotWithShape="1">
          <a:blip r:embed="rId2">
            <a:lum/>
          </a:blip>
          <a:srcRect/>
          <a:stretch>
            <a:fillRect l="24000" r="-15000" b="2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376"/>
            <a:ext cx="12192000" cy="6860376"/>
          </a:xfrm>
          <a:prstGeom prst="rect">
            <a:avLst/>
          </a:prstGeom>
        </p:spPr>
      </p:pic>
      <p:sp>
        <p:nvSpPr>
          <p:cNvPr id="7" name="Заголовок 1"/>
          <p:cNvSpPr>
            <a:spLocks noGrp="1"/>
          </p:cNvSpPr>
          <p:nvPr>
            <p:ph type="title"/>
          </p:nvPr>
        </p:nvSpPr>
        <p:spPr>
          <a:xfrm>
            <a:off x="609600" y="1052736"/>
            <a:ext cx="5006347" cy="18002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lnSpc>
                <a:spcPct val="80000"/>
              </a:lnSpc>
              <a:defRPr sz="3600" b="1"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2"/>
          <p:cNvSpPr>
            <a:spLocks noGrp="1"/>
          </p:cNvSpPr>
          <p:nvPr>
            <p:ph type="body" idx="1"/>
          </p:nvPr>
        </p:nvSpPr>
        <p:spPr>
          <a:xfrm>
            <a:off x="623392" y="3008938"/>
            <a:ext cx="7104789" cy="2868339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623393" y="6021288"/>
            <a:ext cx="6432715" cy="434678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2000" kern="1200" spc="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www.altagenetics.ru</a:t>
            </a:r>
            <a:endParaRPr lang="ru-RU" dirty="0"/>
          </a:p>
        </p:txBody>
      </p:sp>
      <p:sp>
        <p:nvSpPr>
          <p:cNvPr id="13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23392" y="6453336"/>
            <a:ext cx="2844800" cy="288032"/>
          </a:xfrm>
          <a:prstGeom prst="rect">
            <a:avLst/>
          </a:prstGeom>
        </p:spPr>
        <p:txBody>
          <a:bodyPr/>
          <a:lstStyle>
            <a:lvl1pPr algn="l">
              <a:lnSpc>
                <a:spcPct val="90000"/>
              </a:lnSpc>
              <a:defRPr sz="2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03AF3CA9-1F87-425D-B5C8-809D280CBEF1}" type="slidenum">
              <a:rPr lang="ru-RU" smtClean="0"/>
              <a:pPr/>
              <a:t>‹#›</a:t>
            </a:fld>
            <a:r>
              <a:rPr lang="en-US"/>
              <a:t>   </a:t>
            </a:r>
            <a:fld id="{2B947A96-0315-4585-A71E-B83A916D7BDC}" type="datetimeFigureOut">
              <a:rPr lang="ru-RU" smtClean="0"/>
              <a:pPr/>
              <a:t>24.10.2025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421398"/>
      </p:ext>
    </p:extLst>
  </p:cSld>
  <p:clrMapOvr>
    <a:masterClrMapping/>
  </p:clrMapOvr>
  <p:transition spd="slow">
    <p:wipe dir="r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2000" y="5413248"/>
            <a:ext cx="3840000" cy="1444752"/>
          </a:xfrm>
          <a:prstGeom prst="rect">
            <a:avLst/>
          </a:prstGeom>
        </p:spPr>
      </p:pic>
      <p:sp>
        <p:nvSpPr>
          <p:cNvPr id="9" name="Заголовок 1"/>
          <p:cNvSpPr>
            <a:spLocks noGrp="1"/>
          </p:cNvSpPr>
          <p:nvPr>
            <p:ph type="title"/>
          </p:nvPr>
        </p:nvSpPr>
        <p:spPr>
          <a:xfrm>
            <a:off x="609600" y="332656"/>
            <a:ext cx="10972800" cy="11430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600" b="1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10" name="Объект 2"/>
          <p:cNvSpPr>
            <a:spLocks noGrp="1"/>
          </p:cNvSpPr>
          <p:nvPr>
            <p:ph idx="1"/>
          </p:nvPr>
        </p:nvSpPr>
        <p:spPr>
          <a:xfrm>
            <a:off x="6384032" y="1700808"/>
            <a:ext cx="5198368" cy="396044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None/>
              <a:defRPr sz="2800">
                <a:solidFill>
                  <a:schemeClr val="tx1"/>
                </a:solidFill>
              </a:defRPr>
            </a:lvl1pPr>
            <a:lvl2pPr marL="360000" indent="-3600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720000" indent="-3600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Calibri" panose="020F0502020204030204" pitchFamily="34" charset="0"/>
              <a:buChar char="◦"/>
              <a:defRPr sz="2800">
                <a:solidFill>
                  <a:schemeClr val="tx1"/>
                </a:solidFill>
              </a:defRPr>
            </a:lvl3pPr>
            <a:lvl4pPr marL="1080000" indent="-3600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</a:defRPr>
            </a:lvl4pPr>
            <a:lvl5pPr marL="1440000" indent="-3600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Calibri" panose="020F0502020204030204" pitchFamily="34" charset="0"/>
              <a:buChar char="▫"/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3" name="Объект 2"/>
          <p:cNvSpPr>
            <a:spLocks noGrp="1"/>
          </p:cNvSpPr>
          <p:nvPr>
            <p:ph idx="13"/>
          </p:nvPr>
        </p:nvSpPr>
        <p:spPr>
          <a:xfrm>
            <a:off x="623392" y="1700808"/>
            <a:ext cx="5198368" cy="396044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None/>
              <a:defRPr sz="2800">
                <a:solidFill>
                  <a:schemeClr val="tx1"/>
                </a:solidFill>
              </a:defRPr>
            </a:lvl1pPr>
            <a:lvl2pPr marL="360000" indent="-3600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720000" indent="-3600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Calibri" panose="020F0502020204030204" pitchFamily="34" charset="0"/>
              <a:buChar char="◦"/>
              <a:defRPr sz="2800">
                <a:solidFill>
                  <a:schemeClr val="tx1"/>
                </a:solidFill>
              </a:defRPr>
            </a:lvl3pPr>
            <a:lvl4pPr marL="1080000" indent="-3600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</a:defRPr>
            </a:lvl4pPr>
            <a:lvl5pPr marL="1440000" indent="-3600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Calibri" panose="020F0502020204030204" pitchFamily="34" charset="0"/>
              <a:buChar char="▫"/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4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623393" y="6021288"/>
            <a:ext cx="6432715" cy="434678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2000" kern="1200" spc="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www.altagenetics.ru</a:t>
            </a:r>
            <a:endParaRPr lang="ru-RU" dirty="0"/>
          </a:p>
        </p:txBody>
      </p:sp>
      <p:sp>
        <p:nvSpPr>
          <p:cNvPr id="15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23392" y="6453336"/>
            <a:ext cx="2844800" cy="288032"/>
          </a:xfrm>
          <a:prstGeom prst="rect">
            <a:avLst/>
          </a:prstGeom>
        </p:spPr>
        <p:txBody>
          <a:bodyPr/>
          <a:lstStyle>
            <a:lvl1pPr algn="l">
              <a:lnSpc>
                <a:spcPct val="90000"/>
              </a:lnSpc>
              <a:defRPr sz="2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03AF3CA9-1F87-425D-B5C8-809D280CBEF1}" type="slidenum">
              <a:rPr lang="ru-RU" smtClean="0"/>
              <a:pPr/>
              <a:t>‹#›</a:t>
            </a:fld>
            <a:r>
              <a:rPr lang="en-US"/>
              <a:t>   </a:t>
            </a:r>
            <a:fld id="{2B947A96-0315-4585-A71E-B83A916D7BDC}" type="datetimeFigureOut">
              <a:rPr lang="ru-RU" smtClean="0"/>
              <a:pPr/>
              <a:t>24.10.2025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82186559"/>
      </p:ext>
    </p:extLst>
  </p:cSld>
  <p:clrMapOvr>
    <a:masterClrMapping/>
  </p:clrMapOvr>
  <p:transition spd="slow">
    <p:wipe dir="r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Рисунок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0687" y="0"/>
            <a:ext cx="9131316" cy="6858000"/>
          </a:xfrm>
          <a:prstGeom prst="rect">
            <a:avLst/>
          </a:prstGeom>
        </p:spPr>
      </p:pic>
      <p:sp>
        <p:nvSpPr>
          <p:cNvPr id="9" name="Заголовок 1"/>
          <p:cNvSpPr>
            <a:spLocks noGrp="1"/>
          </p:cNvSpPr>
          <p:nvPr>
            <p:ph type="title"/>
          </p:nvPr>
        </p:nvSpPr>
        <p:spPr>
          <a:xfrm>
            <a:off x="609600" y="332656"/>
            <a:ext cx="10972800" cy="11430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600" b="1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10" name="Объект 2"/>
          <p:cNvSpPr>
            <a:spLocks noGrp="1"/>
          </p:cNvSpPr>
          <p:nvPr>
            <p:ph idx="1"/>
          </p:nvPr>
        </p:nvSpPr>
        <p:spPr>
          <a:xfrm>
            <a:off x="6384032" y="1700808"/>
            <a:ext cx="5198368" cy="396044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None/>
              <a:defRPr sz="2800">
                <a:solidFill>
                  <a:schemeClr val="tx1"/>
                </a:solidFill>
              </a:defRPr>
            </a:lvl1pPr>
            <a:lvl2pPr marL="360000" indent="-3600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720000" indent="-3600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Calibri" panose="020F0502020204030204" pitchFamily="34" charset="0"/>
              <a:buChar char="◦"/>
              <a:defRPr sz="2800">
                <a:solidFill>
                  <a:schemeClr val="tx1"/>
                </a:solidFill>
              </a:defRPr>
            </a:lvl3pPr>
            <a:lvl4pPr marL="1080000" indent="-3600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</a:defRPr>
            </a:lvl4pPr>
            <a:lvl5pPr marL="1440000" indent="-3600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Calibri" panose="020F0502020204030204" pitchFamily="34" charset="0"/>
              <a:buChar char="▫"/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3" name="Объект 2"/>
          <p:cNvSpPr>
            <a:spLocks noGrp="1"/>
          </p:cNvSpPr>
          <p:nvPr>
            <p:ph idx="13"/>
          </p:nvPr>
        </p:nvSpPr>
        <p:spPr>
          <a:xfrm>
            <a:off x="623392" y="1700808"/>
            <a:ext cx="5198368" cy="396044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None/>
              <a:defRPr sz="2800">
                <a:solidFill>
                  <a:schemeClr val="tx1"/>
                </a:solidFill>
              </a:defRPr>
            </a:lvl1pPr>
            <a:lvl2pPr marL="360000" indent="-3600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720000" indent="-3600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Calibri" panose="020F0502020204030204" pitchFamily="34" charset="0"/>
              <a:buChar char="◦"/>
              <a:defRPr sz="2800">
                <a:solidFill>
                  <a:schemeClr val="tx1"/>
                </a:solidFill>
              </a:defRPr>
            </a:lvl3pPr>
            <a:lvl4pPr marL="1080000" indent="-3600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</a:defRPr>
            </a:lvl4pPr>
            <a:lvl5pPr marL="1440000" indent="-3600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Calibri" panose="020F0502020204030204" pitchFamily="34" charset="0"/>
              <a:buChar char="▫"/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623393" y="6021288"/>
            <a:ext cx="6432715" cy="434678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2000" kern="1200" spc="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www.altagenetics.ru</a:t>
            </a:r>
            <a:endParaRPr lang="ru-RU" dirty="0"/>
          </a:p>
        </p:txBody>
      </p:sp>
      <p:sp>
        <p:nvSpPr>
          <p:cNvPr id="1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23392" y="6453336"/>
            <a:ext cx="2844800" cy="288032"/>
          </a:xfrm>
          <a:prstGeom prst="rect">
            <a:avLst/>
          </a:prstGeom>
        </p:spPr>
        <p:txBody>
          <a:bodyPr/>
          <a:lstStyle>
            <a:lvl1pPr algn="l">
              <a:lnSpc>
                <a:spcPct val="90000"/>
              </a:lnSpc>
              <a:defRPr sz="2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03AF3CA9-1F87-425D-B5C8-809D280CBEF1}" type="slidenum">
              <a:rPr lang="ru-RU" smtClean="0"/>
              <a:pPr/>
              <a:t>‹#›</a:t>
            </a:fld>
            <a:r>
              <a:rPr lang="en-US"/>
              <a:t>   </a:t>
            </a:r>
            <a:fld id="{2B947A96-0315-4585-A71E-B83A916D7BDC}" type="datetimeFigureOut">
              <a:rPr lang="ru-RU" smtClean="0"/>
              <a:pPr/>
              <a:t>24.10.2025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74863844"/>
      </p:ext>
    </p:extLst>
  </p:cSld>
  <p:clrMapOvr>
    <a:masterClrMapping/>
  </p:clrMapOvr>
  <p:transition spd="slow">
    <p:wipe dir="r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2000" y="3978000"/>
            <a:ext cx="3840000" cy="2880000"/>
          </a:xfrm>
          <a:prstGeom prst="rect">
            <a:avLst/>
          </a:prstGeom>
        </p:spPr>
      </p:pic>
      <p:sp>
        <p:nvSpPr>
          <p:cNvPr id="8" name="Заголовок 1"/>
          <p:cNvSpPr>
            <a:spLocks noGrp="1"/>
          </p:cNvSpPr>
          <p:nvPr>
            <p:ph type="title"/>
          </p:nvPr>
        </p:nvSpPr>
        <p:spPr>
          <a:xfrm>
            <a:off x="609600" y="332656"/>
            <a:ext cx="10972800" cy="11430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600" b="1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12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623393" y="6021288"/>
            <a:ext cx="6432715" cy="434678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2000" kern="1200" spc="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www.altagenetics.ru</a:t>
            </a:r>
            <a:endParaRPr lang="ru-RU" dirty="0"/>
          </a:p>
        </p:txBody>
      </p:sp>
      <p:sp>
        <p:nvSpPr>
          <p:cNvPr id="13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23392" y="6453336"/>
            <a:ext cx="2844800" cy="288032"/>
          </a:xfrm>
          <a:prstGeom prst="rect">
            <a:avLst/>
          </a:prstGeom>
        </p:spPr>
        <p:txBody>
          <a:bodyPr/>
          <a:lstStyle>
            <a:lvl1pPr algn="l">
              <a:lnSpc>
                <a:spcPct val="90000"/>
              </a:lnSpc>
              <a:defRPr sz="2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03AF3CA9-1F87-425D-B5C8-809D280CBEF1}" type="slidenum">
              <a:rPr lang="ru-RU" smtClean="0"/>
              <a:pPr/>
              <a:t>‹#›</a:t>
            </a:fld>
            <a:r>
              <a:rPr lang="en-US"/>
              <a:t>   </a:t>
            </a:r>
            <a:fld id="{2B947A96-0315-4585-A71E-B83A916D7BDC}" type="datetimeFigureOut">
              <a:rPr lang="ru-RU" smtClean="0"/>
              <a:pPr/>
              <a:t>24.10.2025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13771972"/>
      </p:ext>
    </p:extLst>
  </p:cSld>
  <p:clrMapOvr>
    <a:masterClrMapping/>
  </p:clrMapOvr>
  <p:transition spd="slow">
    <p:wipe dir="r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>
            <a:extLst>
              <a:ext uri="{FF2B5EF4-FFF2-40B4-BE49-F238E27FC236}">
                <a16:creationId xmlns="" xmlns:a16="http://schemas.microsoft.com/office/drawing/2014/main" id="{6EBF2928-E69A-A385-89BD-90DA36C138F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6782" r="11360" b="30656"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10" name="Picture 6">
            <a:extLst>
              <a:ext uri="{FF2B5EF4-FFF2-40B4-BE49-F238E27FC236}">
                <a16:creationId xmlns="" xmlns:a16="http://schemas.microsoft.com/office/drawing/2014/main" id="{A6339C67-F7C5-E6B9-68E4-C012A62D77B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82072" y="333375"/>
            <a:ext cx="2197100" cy="17526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ADC9FD49-7A1D-6AC1-2415-B0C3B2A984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9709" y="3958563"/>
            <a:ext cx="9144000" cy="1608860"/>
          </a:xfrm>
        </p:spPr>
        <p:txBody>
          <a:bodyPr anchor="t"/>
          <a:lstStyle>
            <a:lvl1pPr algn="l">
              <a:defRPr lang="ru-RU" sz="3600" b="1" kern="1200" cap="all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4" name="Текст 13">
            <a:extLst>
              <a:ext uri="{FF2B5EF4-FFF2-40B4-BE49-F238E27FC236}">
                <a16:creationId xmlns="" xmlns:a16="http://schemas.microsoft.com/office/drawing/2014/main" id="{883DF07A-3114-AF71-908F-FCDA863D0BE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9250" y="6389688"/>
            <a:ext cx="2428875" cy="288925"/>
          </a:xfrm>
        </p:spPr>
        <p:txBody>
          <a:bodyPr/>
          <a:lstStyle>
            <a:lvl1pPr marL="0" indent="0">
              <a:buNone/>
              <a:defRPr lang="ru-RU" sz="1400" kern="120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defRPr lang="ru-RU" sz="1400" kern="120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>
              <a:defRPr lang="ru-RU" sz="1400" kern="120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>
              <a:defRPr lang="ru-RU" sz="1400" kern="120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>
              <a:defRPr lang="ru-RU" sz="1400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84913617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>
            <a:extLst>
              <a:ext uri="{FF2B5EF4-FFF2-40B4-BE49-F238E27FC236}">
                <a16:creationId xmlns="" xmlns:a16="http://schemas.microsoft.com/office/drawing/2014/main" id="{949C8790-9F66-B7E4-2B79-3A5E8640CFC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6782" r="11360" b="3055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" name="Picture 6">
            <a:extLst>
              <a:ext uri="{FF2B5EF4-FFF2-40B4-BE49-F238E27FC236}">
                <a16:creationId xmlns="" xmlns:a16="http://schemas.microsoft.com/office/drawing/2014/main" id="{A6339C67-F7C5-E6B9-68E4-C012A62D77B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82072" y="333375"/>
            <a:ext cx="2197100" cy="17526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ADC9FD49-7A1D-6AC1-2415-B0C3B2A984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9709" y="3958563"/>
            <a:ext cx="9144000" cy="1608860"/>
          </a:xfrm>
        </p:spPr>
        <p:txBody>
          <a:bodyPr anchor="t"/>
          <a:lstStyle>
            <a:lvl1pPr algn="l">
              <a:defRPr lang="ru-RU" sz="3600" b="1" kern="1200" cap="all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4" name="Текст 13">
            <a:extLst>
              <a:ext uri="{FF2B5EF4-FFF2-40B4-BE49-F238E27FC236}">
                <a16:creationId xmlns="" xmlns:a16="http://schemas.microsoft.com/office/drawing/2014/main" id="{883DF07A-3114-AF71-908F-FCDA863D0BE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9250" y="6389688"/>
            <a:ext cx="2428875" cy="288925"/>
          </a:xfrm>
        </p:spPr>
        <p:txBody>
          <a:bodyPr/>
          <a:lstStyle>
            <a:lvl1pPr marL="0" indent="0">
              <a:buNone/>
              <a:defRPr lang="ru-RU" sz="1400" kern="120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defRPr lang="ru-RU" sz="1400" kern="120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>
              <a:defRPr lang="ru-RU" sz="1400" kern="120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>
              <a:defRPr lang="ru-RU" sz="1400" kern="120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>
              <a:defRPr lang="ru-RU" sz="1400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89563444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="" xmlns:a16="http://schemas.microsoft.com/office/drawing/2014/main" id="{6CCFD597-A1CD-469F-9296-E0DC8C42A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fld id="{AF5B457F-3B2D-48A2-AE38-C517EA460BAC}" type="slidenum">
              <a:rPr lang="ru-RU" smtClean="0">
                <a:solidFill>
                  <a:srgbClr val="0A4595"/>
                </a:solidFill>
                <a:latin typeface="Arial"/>
                <a:cs typeface="+mn-cs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ru-RU">
              <a:solidFill>
                <a:srgbClr val="0A4595"/>
              </a:solidFill>
              <a:latin typeface="Arial"/>
              <a:cs typeface="+mn-cs"/>
            </a:endParaRPr>
          </a:p>
        </p:txBody>
      </p:sp>
      <p:pic>
        <p:nvPicPr>
          <p:cNvPr id="8" name="Picture 5">
            <a:extLst>
              <a:ext uri="{FF2B5EF4-FFF2-40B4-BE49-F238E27FC236}">
                <a16:creationId xmlns="" xmlns:a16="http://schemas.microsoft.com/office/drawing/2014/main" id="{8BD3CF1A-8B7D-43B4-F10C-5C6EB252314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01347" y="333375"/>
            <a:ext cx="1667800" cy="546511"/>
          </a:xfrm>
          <a:prstGeom prst="rect">
            <a:avLst/>
          </a:prstGeom>
        </p:spPr>
      </p:pic>
      <p:pic>
        <p:nvPicPr>
          <p:cNvPr id="14" name="Picture 3">
            <a:extLst>
              <a:ext uri="{FF2B5EF4-FFF2-40B4-BE49-F238E27FC236}">
                <a16:creationId xmlns="" xmlns:a16="http://schemas.microsoft.com/office/drawing/2014/main" id="{596E7921-6A79-0A03-CFF9-803118E751B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0863"/>
          </a:xfrm>
          <a:prstGeom prst="rect">
            <a:avLst/>
          </a:prstGeom>
        </p:spPr>
      </p:pic>
      <p:sp>
        <p:nvSpPr>
          <p:cNvPr id="15" name="Rounded Rectangle 4">
            <a:extLst>
              <a:ext uri="{FF2B5EF4-FFF2-40B4-BE49-F238E27FC236}">
                <a16:creationId xmlns="" xmlns:a16="http://schemas.microsoft.com/office/drawing/2014/main" id="{08591541-8CB6-BEA0-CB43-56B9CD901BB0}"/>
              </a:ext>
            </a:extLst>
          </p:cNvPr>
          <p:cNvSpPr/>
          <p:nvPr userDrawn="1"/>
        </p:nvSpPr>
        <p:spPr>
          <a:xfrm>
            <a:off x="442913" y="3429000"/>
            <a:ext cx="5901069" cy="2562446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x-none">
              <a:solidFill>
                <a:prstClr val="white"/>
              </a:solidFill>
            </a:endParaRPr>
          </a:p>
        </p:txBody>
      </p:sp>
      <p:sp>
        <p:nvSpPr>
          <p:cNvPr id="18" name="Oval 9">
            <a:extLst>
              <a:ext uri="{FF2B5EF4-FFF2-40B4-BE49-F238E27FC236}">
                <a16:creationId xmlns="" xmlns:a16="http://schemas.microsoft.com/office/drawing/2014/main" id="{A229229F-64FB-1BA3-9C17-1B90637A7708}"/>
              </a:ext>
            </a:extLst>
          </p:cNvPr>
          <p:cNvSpPr/>
          <p:nvPr userDrawn="1"/>
        </p:nvSpPr>
        <p:spPr>
          <a:xfrm>
            <a:off x="8080977" y="700247"/>
            <a:ext cx="10399335" cy="10399335"/>
          </a:xfrm>
          <a:prstGeom prst="ellipse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4015" t="2" r="55710" b="32061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x-none">
              <a:solidFill>
                <a:prstClr val="white"/>
              </a:solidFill>
            </a:endParaRPr>
          </a:p>
        </p:txBody>
      </p:sp>
      <p:pic>
        <p:nvPicPr>
          <p:cNvPr id="19" name="Picture 8">
            <a:extLst>
              <a:ext uri="{FF2B5EF4-FFF2-40B4-BE49-F238E27FC236}">
                <a16:creationId xmlns="" xmlns:a16="http://schemas.microsoft.com/office/drawing/2014/main" id="{B39C78FB-6FB0-BB80-B0CF-9A284C962AB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083656" y="353039"/>
            <a:ext cx="1917700" cy="1529726"/>
          </a:xfrm>
          <a:prstGeom prst="rect">
            <a:avLst/>
          </a:prstGeom>
        </p:spPr>
      </p:pic>
      <p:sp>
        <p:nvSpPr>
          <p:cNvPr id="20" name="Текст 13">
            <a:extLst>
              <a:ext uri="{FF2B5EF4-FFF2-40B4-BE49-F238E27FC236}">
                <a16:creationId xmlns="" xmlns:a16="http://schemas.microsoft.com/office/drawing/2014/main" id="{FA3A4BBD-5592-8AC2-5C9F-AD680597B83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9250" y="6389688"/>
            <a:ext cx="2428875" cy="288925"/>
          </a:xfrm>
        </p:spPr>
        <p:txBody>
          <a:bodyPr/>
          <a:lstStyle>
            <a:lvl1pPr marL="0" indent="0">
              <a:buNone/>
              <a:defRPr lang="ru-RU" sz="1400" kern="120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defRPr lang="ru-RU" sz="1400" kern="120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>
              <a:defRPr lang="ru-RU" sz="1400" kern="120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>
              <a:defRPr lang="ru-RU" sz="1400" kern="120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>
              <a:defRPr lang="ru-RU" sz="1400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2" name="Текст 21">
            <a:extLst>
              <a:ext uri="{FF2B5EF4-FFF2-40B4-BE49-F238E27FC236}">
                <a16:creationId xmlns="" xmlns:a16="http://schemas.microsoft.com/office/drawing/2014/main" id="{9E76D04A-AC17-6D7D-D2AB-6843ECE22E6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87249" y="3897091"/>
            <a:ext cx="5439523" cy="1604083"/>
          </a:xfrm>
        </p:spPr>
        <p:txBody>
          <a:bodyPr/>
          <a:lstStyle>
            <a:lvl1pPr marL="0" indent="0">
              <a:buNone/>
              <a:defRPr lang="ru-RU" sz="3600" b="1" kern="1200" cap="all" baseline="0" dirty="0" smtClean="0">
                <a:solidFill>
                  <a:srgbClr val="0A4595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7909962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="" xmlns:a16="http://schemas.microsoft.com/office/drawing/2014/main" id="{6CCFD597-A1CD-469F-9296-E0DC8C42A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fld id="{AF5B457F-3B2D-48A2-AE38-C517EA460BAC}" type="slidenum">
              <a:rPr lang="ru-RU" smtClean="0">
                <a:solidFill>
                  <a:srgbClr val="0A4595"/>
                </a:solidFill>
                <a:latin typeface="Arial"/>
                <a:cs typeface="+mn-cs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ru-RU">
              <a:solidFill>
                <a:srgbClr val="0A4595"/>
              </a:solidFill>
              <a:latin typeface="Arial"/>
              <a:cs typeface="+mn-cs"/>
            </a:endParaRPr>
          </a:p>
        </p:txBody>
      </p:sp>
      <p:pic>
        <p:nvPicPr>
          <p:cNvPr id="8" name="Picture 5">
            <a:extLst>
              <a:ext uri="{FF2B5EF4-FFF2-40B4-BE49-F238E27FC236}">
                <a16:creationId xmlns="" xmlns:a16="http://schemas.microsoft.com/office/drawing/2014/main" id="{8BD3CF1A-8B7D-43B4-F10C-5C6EB252314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01347" y="333375"/>
            <a:ext cx="1667800" cy="546511"/>
          </a:xfrm>
          <a:prstGeom prst="rect">
            <a:avLst/>
          </a:prstGeom>
        </p:spPr>
      </p:pic>
      <p:pic>
        <p:nvPicPr>
          <p:cNvPr id="14" name="Picture 3">
            <a:extLst>
              <a:ext uri="{FF2B5EF4-FFF2-40B4-BE49-F238E27FC236}">
                <a16:creationId xmlns="" xmlns:a16="http://schemas.microsoft.com/office/drawing/2014/main" id="{596E7921-6A79-0A03-CFF9-803118E751B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0863"/>
          </a:xfrm>
          <a:prstGeom prst="rect">
            <a:avLst/>
          </a:prstGeom>
        </p:spPr>
      </p:pic>
      <p:sp>
        <p:nvSpPr>
          <p:cNvPr id="15" name="Rounded Rectangle 4">
            <a:extLst>
              <a:ext uri="{FF2B5EF4-FFF2-40B4-BE49-F238E27FC236}">
                <a16:creationId xmlns="" xmlns:a16="http://schemas.microsoft.com/office/drawing/2014/main" id="{08591541-8CB6-BEA0-CB43-56B9CD901BB0}"/>
              </a:ext>
            </a:extLst>
          </p:cNvPr>
          <p:cNvSpPr/>
          <p:nvPr userDrawn="1"/>
        </p:nvSpPr>
        <p:spPr>
          <a:xfrm>
            <a:off x="442913" y="3429000"/>
            <a:ext cx="5901069" cy="2562446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x-none">
              <a:solidFill>
                <a:prstClr val="white"/>
              </a:solidFill>
            </a:endParaRPr>
          </a:p>
        </p:txBody>
      </p:sp>
      <p:pic>
        <p:nvPicPr>
          <p:cNvPr id="19" name="Picture 8">
            <a:extLst>
              <a:ext uri="{FF2B5EF4-FFF2-40B4-BE49-F238E27FC236}">
                <a16:creationId xmlns="" xmlns:a16="http://schemas.microsoft.com/office/drawing/2014/main" id="{B39C78FB-6FB0-BB80-B0CF-9A284C962AB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083656" y="353039"/>
            <a:ext cx="1917700" cy="1529726"/>
          </a:xfrm>
          <a:prstGeom prst="rect">
            <a:avLst/>
          </a:prstGeom>
        </p:spPr>
      </p:pic>
      <p:sp>
        <p:nvSpPr>
          <p:cNvPr id="20" name="Текст 13">
            <a:extLst>
              <a:ext uri="{FF2B5EF4-FFF2-40B4-BE49-F238E27FC236}">
                <a16:creationId xmlns="" xmlns:a16="http://schemas.microsoft.com/office/drawing/2014/main" id="{FA3A4BBD-5592-8AC2-5C9F-AD680597B83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9250" y="6389688"/>
            <a:ext cx="2428875" cy="288925"/>
          </a:xfrm>
        </p:spPr>
        <p:txBody>
          <a:bodyPr/>
          <a:lstStyle>
            <a:lvl1pPr marL="0" indent="0">
              <a:buNone/>
              <a:defRPr lang="ru-RU" sz="1400" kern="120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defRPr lang="ru-RU" sz="1400" kern="120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>
              <a:defRPr lang="ru-RU" sz="1400" kern="120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>
              <a:defRPr lang="ru-RU" sz="1400" kern="120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>
              <a:defRPr lang="ru-RU" sz="1400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2" name="Текст 21">
            <a:extLst>
              <a:ext uri="{FF2B5EF4-FFF2-40B4-BE49-F238E27FC236}">
                <a16:creationId xmlns="" xmlns:a16="http://schemas.microsoft.com/office/drawing/2014/main" id="{9E76D04A-AC17-6D7D-D2AB-6843ECE22E6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87249" y="3897091"/>
            <a:ext cx="5439523" cy="1604083"/>
          </a:xfrm>
        </p:spPr>
        <p:txBody>
          <a:bodyPr/>
          <a:lstStyle>
            <a:lvl1pPr marL="0" indent="0">
              <a:buNone/>
              <a:defRPr lang="ru-RU" sz="3600" b="1" kern="1200" cap="all" baseline="0" dirty="0" smtClean="0">
                <a:solidFill>
                  <a:srgbClr val="0A4595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endParaRPr lang="ru-RU" dirty="0"/>
          </a:p>
        </p:txBody>
      </p:sp>
      <p:sp>
        <p:nvSpPr>
          <p:cNvPr id="2" name="Рисунок 10">
            <a:extLst>
              <a:ext uri="{FF2B5EF4-FFF2-40B4-BE49-F238E27FC236}">
                <a16:creationId xmlns="" xmlns:a16="http://schemas.microsoft.com/office/drawing/2014/main" id="{2D0AB452-82DA-9045-184D-BE6EFDCA50A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118675" y="687365"/>
            <a:ext cx="10424972" cy="10383719"/>
          </a:xfrm>
          <a:prstGeom prst="ellipse">
            <a:avLst/>
          </a:prstGeo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653636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="" xmlns:a16="http://schemas.microsoft.com/office/drawing/2014/main" id="{DD222C44-48CE-834B-D78C-72D1084F11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fld id="{041E5D40-A3CE-4727-BA48-3359D59270C1}" type="datetimeFigureOut">
              <a:rPr lang="ru-RU" smtClean="0">
                <a:solidFill>
                  <a:srgbClr val="0A4595"/>
                </a:solidFill>
                <a:latin typeface="Arial"/>
                <a:cs typeface="+mn-cs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24.10.2025</a:t>
            </a:fld>
            <a:endParaRPr lang="ru-RU">
              <a:solidFill>
                <a:srgbClr val="0A4595"/>
              </a:solidFill>
              <a:latin typeface="Arial"/>
              <a:cs typeface="+mn-cs"/>
            </a:endParaRPr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="" xmlns:a16="http://schemas.microsoft.com/office/drawing/2014/main" id="{4D8148D4-99B5-4C2B-E2E2-1FAACFBE2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ru-RU">
              <a:solidFill>
                <a:srgbClr val="0A4595"/>
              </a:solidFill>
              <a:latin typeface="Arial"/>
              <a:cs typeface="+mn-cs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="" xmlns:a16="http://schemas.microsoft.com/office/drawing/2014/main" id="{6CCFD597-A1CD-469F-9296-E0DC8C42A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fld id="{AF5B457F-3B2D-48A2-AE38-C517EA460BAC}" type="slidenum">
              <a:rPr lang="ru-RU" smtClean="0">
                <a:solidFill>
                  <a:srgbClr val="0A4595"/>
                </a:solidFill>
                <a:latin typeface="Arial"/>
                <a:cs typeface="+mn-cs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ru-RU">
              <a:solidFill>
                <a:srgbClr val="0A4595"/>
              </a:solidFill>
              <a:latin typeface="Arial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1BAE36DE-E58F-C4FD-CEC9-40D47BAFCD4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2775"/>
            <a:ext cx="12187072" cy="6860775"/>
          </a:xfrm>
          <a:prstGeom prst="rect">
            <a:avLst/>
          </a:prstGeom>
        </p:spPr>
      </p:pic>
      <p:sp>
        <p:nvSpPr>
          <p:cNvPr id="7" name="Oval 2">
            <a:extLst>
              <a:ext uri="{FF2B5EF4-FFF2-40B4-BE49-F238E27FC236}">
                <a16:creationId xmlns="" xmlns:a16="http://schemas.microsoft.com/office/drawing/2014/main" id="{3D6BCE98-2EC5-0380-5D62-6201F9397B17}"/>
              </a:ext>
            </a:extLst>
          </p:cNvPr>
          <p:cNvSpPr/>
          <p:nvPr userDrawn="1"/>
        </p:nvSpPr>
        <p:spPr>
          <a:xfrm>
            <a:off x="8069403" y="589081"/>
            <a:ext cx="10399335" cy="10399335"/>
          </a:xfrm>
          <a:prstGeom prst="ellipse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4015" t="2" r="55710" b="32061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x-none">
              <a:solidFill>
                <a:prstClr val="white"/>
              </a:solidFill>
            </a:endParaRPr>
          </a:p>
        </p:txBody>
      </p:sp>
      <p:pic>
        <p:nvPicPr>
          <p:cNvPr id="8" name="Picture 5">
            <a:extLst>
              <a:ext uri="{FF2B5EF4-FFF2-40B4-BE49-F238E27FC236}">
                <a16:creationId xmlns="" xmlns:a16="http://schemas.microsoft.com/office/drawing/2014/main" id="{8BD3CF1A-8B7D-43B4-F10C-5C6EB252314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201347" y="333375"/>
            <a:ext cx="1667800" cy="546511"/>
          </a:xfrm>
          <a:prstGeom prst="rect">
            <a:avLst/>
          </a:prstGeom>
        </p:spPr>
      </p:pic>
      <p:sp>
        <p:nvSpPr>
          <p:cNvPr id="6" name="Заголовок 12">
            <a:extLst>
              <a:ext uri="{FF2B5EF4-FFF2-40B4-BE49-F238E27FC236}">
                <a16:creationId xmlns="" xmlns:a16="http://schemas.microsoft.com/office/drawing/2014/main" id="{F0D8B962-A107-59E1-FEA9-181EDCFEE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71446"/>
            <a:ext cx="6408014" cy="2209840"/>
          </a:xfrm>
        </p:spPr>
        <p:txBody>
          <a:bodyPr anchor="t">
            <a:normAutofit/>
          </a:bodyPr>
          <a:lstStyle>
            <a:lvl1pPr>
              <a:defRPr lang="ru-RU" sz="4000" b="1" kern="1200" cap="all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02689328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="" xmlns:a16="http://schemas.microsoft.com/office/drawing/2014/main" id="{DD222C44-48CE-834B-D78C-72D1084F11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fld id="{041E5D40-A3CE-4727-BA48-3359D59270C1}" type="datetimeFigureOut">
              <a:rPr lang="ru-RU" smtClean="0">
                <a:solidFill>
                  <a:srgbClr val="0A4595"/>
                </a:solidFill>
                <a:latin typeface="Arial"/>
                <a:cs typeface="+mn-cs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24.10.2025</a:t>
            </a:fld>
            <a:endParaRPr lang="ru-RU">
              <a:solidFill>
                <a:srgbClr val="0A4595"/>
              </a:solidFill>
              <a:latin typeface="Arial"/>
              <a:cs typeface="+mn-cs"/>
            </a:endParaRPr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="" xmlns:a16="http://schemas.microsoft.com/office/drawing/2014/main" id="{4D8148D4-99B5-4C2B-E2E2-1FAACFBE2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ru-RU">
              <a:solidFill>
                <a:srgbClr val="0A4595"/>
              </a:solidFill>
              <a:latin typeface="Arial"/>
              <a:cs typeface="+mn-cs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="" xmlns:a16="http://schemas.microsoft.com/office/drawing/2014/main" id="{6CCFD597-A1CD-469F-9296-E0DC8C42A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fld id="{AF5B457F-3B2D-48A2-AE38-C517EA460BAC}" type="slidenum">
              <a:rPr lang="ru-RU" smtClean="0">
                <a:solidFill>
                  <a:srgbClr val="0A4595"/>
                </a:solidFill>
                <a:latin typeface="Arial"/>
                <a:cs typeface="+mn-cs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ru-RU">
              <a:solidFill>
                <a:srgbClr val="0A4595"/>
              </a:solidFill>
              <a:latin typeface="Arial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1BAE36DE-E58F-C4FD-CEC9-40D47BAFCD4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2775"/>
            <a:ext cx="12187072" cy="6860775"/>
          </a:xfrm>
          <a:prstGeom prst="rect">
            <a:avLst/>
          </a:prstGeom>
        </p:spPr>
      </p:pic>
      <p:pic>
        <p:nvPicPr>
          <p:cNvPr id="8" name="Picture 5">
            <a:extLst>
              <a:ext uri="{FF2B5EF4-FFF2-40B4-BE49-F238E27FC236}">
                <a16:creationId xmlns="" xmlns:a16="http://schemas.microsoft.com/office/drawing/2014/main" id="{8BD3CF1A-8B7D-43B4-F10C-5C6EB252314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201347" y="333375"/>
            <a:ext cx="1667800" cy="546511"/>
          </a:xfrm>
          <a:prstGeom prst="rect">
            <a:avLst/>
          </a:prstGeom>
        </p:spPr>
      </p:pic>
      <p:sp>
        <p:nvSpPr>
          <p:cNvPr id="11" name="Рисунок 10">
            <a:extLst>
              <a:ext uri="{FF2B5EF4-FFF2-40B4-BE49-F238E27FC236}">
                <a16:creationId xmlns="" xmlns:a16="http://schemas.microsoft.com/office/drawing/2014/main" id="{C8D19D21-B6EC-8A49-57AC-229BEA2731F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118675" y="687365"/>
            <a:ext cx="10424972" cy="10383719"/>
          </a:xfrm>
          <a:prstGeom prst="ellipse">
            <a:avLst/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3" name="Заголовок 12">
            <a:extLst>
              <a:ext uri="{FF2B5EF4-FFF2-40B4-BE49-F238E27FC236}">
                <a16:creationId xmlns="" xmlns:a16="http://schemas.microsoft.com/office/drawing/2014/main" id="{00464A19-5A05-C9CB-B531-11346C391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71446"/>
            <a:ext cx="6408014" cy="2209840"/>
          </a:xfrm>
        </p:spPr>
        <p:txBody>
          <a:bodyPr anchor="t">
            <a:normAutofit/>
          </a:bodyPr>
          <a:lstStyle>
            <a:lvl1pPr>
              <a:defRPr lang="ru-RU" sz="4000" b="1" kern="1200" cap="all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15630708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6">
            <a:extLst>
              <a:ext uri="{FF2B5EF4-FFF2-40B4-BE49-F238E27FC236}">
                <a16:creationId xmlns="" xmlns:a16="http://schemas.microsoft.com/office/drawing/2014/main" id="{157DD71A-CFB4-3449-D765-1E547FDBDD4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3568"/>
            <a:ext cx="12198350" cy="6854431"/>
          </a:xfrm>
          <a:prstGeom prst="rect">
            <a:avLst/>
          </a:prstGeom>
        </p:spPr>
      </p:pic>
      <p:sp>
        <p:nvSpPr>
          <p:cNvPr id="6" name="Заголовок 12">
            <a:extLst>
              <a:ext uri="{FF2B5EF4-FFF2-40B4-BE49-F238E27FC236}">
                <a16:creationId xmlns="" xmlns:a16="http://schemas.microsoft.com/office/drawing/2014/main" id="{F0D8B962-A107-59E1-FEA9-181EDCFEE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71446"/>
            <a:ext cx="6408014" cy="2209840"/>
          </a:xfrm>
        </p:spPr>
        <p:txBody>
          <a:bodyPr anchor="t">
            <a:normAutofit/>
          </a:bodyPr>
          <a:lstStyle>
            <a:lvl1pPr>
              <a:defRPr lang="ru-RU" sz="4000" b="1" kern="1200" cap="all" baseline="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10" name="Picture 3">
            <a:extLst>
              <a:ext uri="{FF2B5EF4-FFF2-40B4-BE49-F238E27FC236}">
                <a16:creationId xmlns="" xmlns:a16="http://schemas.microsoft.com/office/drawing/2014/main" id="{A8A11517-BA93-BCC1-0C9E-8C2D09EC214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201347" y="333375"/>
            <a:ext cx="1667799" cy="545394"/>
          </a:xfrm>
          <a:prstGeom prst="rect">
            <a:avLst/>
          </a:prstGeom>
        </p:spPr>
      </p:pic>
      <p:sp>
        <p:nvSpPr>
          <p:cNvPr id="2" name="Rounded Rectangle 18">
            <a:extLst>
              <a:ext uri="{FF2B5EF4-FFF2-40B4-BE49-F238E27FC236}">
                <a16:creationId xmlns="" xmlns:a16="http://schemas.microsoft.com/office/drawing/2014/main" id="{907E3CD1-C8AD-66DE-7A10-D6B0E69E18F2}"/>
              </a:ext>
            </a:extLst>
          </p:cNvPr>
          <p:cNvSpPr/>
          <p:nvPr userDrawn="1"/>
        </p:nvSpPr>
        <p:spPr>
          <a:xfrm>
            <a:off x="8052520" y="1807"/>
            <a:ext cx="5116010" cy="6858000"/>
          </a:xfrm>
          <a:prstGeom prst="round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r="11086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x-none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937508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6">
            <a:extLst>
              <a:ext uri="{FF2B5EF4-FFF2-40B4-BE49-F238E27FC236}">
                <a16:creationId xmlns="" xmlns:a16="http://schemas.microsoft.com/office/drawing/2014/main" id="{300EE013-D801-15DE-B518-7342B19D277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3568"/>
            <a:ext cx="12198350" cy="6854431"/>
          </a:xfrm>
          <a:prstGeom prst="rect">
            <a:avLst/>
          </a:prstGeom>
        </p:spPr>
      </p:pic>
      <p:sp>
        <p:nvSpPr>
          <p:cNvPr id="13" name="Заголовок 12">
            <a:extLst>
              <a:ext uri="{FF2B5EF4-FFF2-40B4-BE49-F238E27FC236}">
                <a16:creationId xmlns="" xmlns:a16="http://schemas.microsoft.com/office/drawing/2014/main" id="{00464A19-5A05-C9CB-B531-11346C391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71446"/>
            <a:ext cx="6408014" cy="2209840"/>
          </a:xfrm>
        </p:spPr>
        <p:txBody>
          <a:bodyPr anchor="t">
            <a:normAutofit/>
          </a:bodyPr>
          <a:lstStyle>
            <a:lvl1pPr>
              <a:defRPr lang="ru-RU" sz="4000" b="1" kern="1200" cap="all" baseline="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7" name="Picture 3">
            <a:extLst>
              <a:ext uri="{FF2B5EF4-FFF2-40B4-BE49-F238E27FC236}">
                <a16:creationId xmlns="" xmlns:a16="http://schemas.microsoft.com/office/drawing/2014/main" id="{BD3E9980-9EF7-5129-57C8-AEC2CCB7907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201347" y="333375"/>
            <a:ext cx="1667799" cy="545394"/>
          </a:xfrm>
          <a:prstGeom prst="rect">
            <a:avLst/>
          </a:prstGeom>
        </p:spPr>
      </p:pic>
      <p:sp>
        <p:nvSpPr>
          <p:cNvPr id="2" name="Рисунок 5">
            <a:extLst>
              <a:ext uri="{FF2B5EF4-FFF2-40B4-BE49-F238E27FC236}">
                <a16:creationId xmlns="" xmlns:a16="http://schemas.microsoft.com/office/drawing/2014/main" id="{DAA76AE0-2B41-3E30-012C-E3EB3292AD5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52520" y="0"/>
            <a:ext cx="4806950" cy="6858000"/>
          </a:xfrm>
          <a:prstGeom prst="roundRect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833532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6">
            <a:extLst>
              <a:ext uri="{FF2B5EF4-FFF2-40B4-BE49-F238E27FC236}">
                <a16:creationId xmlns="" xmlns:a16="http://schemas.microsoft.com/office/drawing/2014/main" id="{157DD71A-CFB4-3449-D765-1E547FDBDD4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3568"/>
            <a:ext cx="12198350" cy="6854431"/>
          </a:xfrm>
          <a:prstGeom prst="rect">
            <a:avLst/>
          </a:prstGeom>
        </p:spPr>
      </p:pic>
      <p:sp>
        <p:nvSpPr>
          <p:cNvPr id="7" name="Oval 2">
            <a:extLst>
              <a:ext uri="{FF2B5EF4-FFF2-40B4-BE49-F238E27FC236}">
                <a16:creationId xmlns="" xmlns:a16="http://schemas.microsoft.com/office/drawing/2014/main" id="{3D6BCE98-2EC5-0380-5D62-6201F9397B17}"/>
              </a:ext>
            </a:extLst>
          </p:cNvPr>
          <p:cNvSpPr/>
          <p:nvPr userDrawn="1"/>
        </p:nvSpPr>
        <p:spPr>
          <a:xfrm>
            <a:off x="8069403" y="589081"/>
            <a:ext cx="10399335" cy="10399335"/>
          </a:xfrm>
          <a:prstGeom prst="ellipse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4015" t="2" r="55710" b="32061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x-none">
              <a:solidFill>
                <a:prstClr val="white"/>
              </a:solidFill>
            </a:endParaRPr>
          </a:p>
        </p:txBody>
      </p:sp>
      <p:sp>
        <p:nvSpPr>
          <p:cNvPr id="6" name="Заголовок 12">
            <a:extLst>
              <a:ext uri="{FF2B5EF4-FFF2-40B4-BE49-F238E27FC236}">
                <a16:creationId xmlns="" xmlns:a16="http://schemas.microsoft.com/office/drawing/2014/main" id="{F0D8B962-A107-59E1-FEA9-181EDCFEE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71446"/>
            <a:ext cx="6408014" cy="2209840"/>
          </a:xfrm>
        </p:spPr>
        <p:txBody>
          <a:bodyPr anchor="t">
            <a:normAutofit/>
          </a:bodyPr>
          <a:lstStyle>
            <a:lvl1pPr>
              <a:defRPr lang="ru-RU" sz="4000" b="1" kern="1200" cap="all" baseline="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10" name="Picture 3">
            <a:extLst>
              <a:ext uri="{FF2B5EF4-FFF2-40B4-BE49-F238E27FC236}">
                <a16:creationId xmlns="" xmlns:a16="http://schemas.microsoft.com/office/drawing/2014/main" id="{A8A11517-BA93-BCC1-0C9E-8C2D09EC214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201347" y="333375"/>
            <a:ext cx="1667799" cy="545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32628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6">
            <a:extLst>
              <a:ext uri="{FF2B5EF4-FFF2-40B4-BE49-F238E27FC236}">
                <a16:creationId xmlns="" xmlns:a16="http://schemas.microsoft.com/office/drawing/2014/main" id="{300EE013-D801-15DE-B518-7342B19D277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3568"/>
            <a:ext cx="12198350" cy="6854431"/>
          </a:xfrm>
          <a:prstGeom prst="rect">
            <a:avLst/>
          </a:prstGeom>
        </p:spPr>
      </p:pic>
      <p:sp>
        <p:nvSpPr>
          <p:cNvPr id="13" name="Заголовок 12">
            <a:extLst>
              <a:ext uri="{FF2B5EF4-FFF2-40B4-BE49-F238E27FC236}">
                <a16:creationId xmlns="" xmlns:a16="http://schemas.microsoft.com/office/drawing/2014/main" id="{00464A19-5A05-C9CB-B531-11346C391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71446"/>
            <a:ext cx="6408014" cy="2209840"/>
          </a:xfrm>
        </p:spPr>
        <p:txBody>
          <a:bodyPr anchor="t">
            <a:normAutofit/>
          </a:bodyPr>
          <a:lstStyle>
            <a:lvl1pPr>
              <a:defRPr lang="ru-RU" sz="4000" b="1" kern="1200" cap="all" baseline="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7" name="Picture 3">
            <a:extLst>
              <a:ext uri="{FF2B5EF4-FFF2-40B4-BE49-F238E27FC236}">
                <a16:creationId xmlns="" xmlns:a16="http://schemas.microsoft.com/office/drawing/2014/main" id="{BD3E9980-9EF7-5129-57C8-AEC2CCB7907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201347" y="333375"/>
            <a:ext cx="1667799" cy="545394"/>
          </a:xfrm>
          <a:prstGeom prst="rect">
            <a:avLst/>
          </a:prstGeom>
        </p:spPr>
      </p:pic>
      <p:sp>
        <p:nvSpPr>
          <p:cNvPr id="9" name="Рисунок 10">
            <a:extLst>
              <a:ext uri="{FF2B5EF4-FFF2-40B4-BE49-F238E27FC236}">
                <a16:creationId xmlns="" xmlns:a16="http://schemas.microsoft.com/office/drawing/2014/main" id="{822BACDF-7163-25B0-A66E-C3BA97FE540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118675" y="687365"/>
            <a:ext cx="10424972" cy="10383719"/>
          </a:xfrm>
          <a:prstGeom prst="ellipse">
            <a:avLst/>
          </a:prstGeo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8210394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="" xmlns:a16="http://schemas.microsoft.com/office/drawing/2014/main" id="{32018344-1B86-D819-506D-BF0BEA65216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7054" y="0"/>
            <a:ext cx="12204702" cy="6858000"/>
          </a:xfrm>
          <a:prstGeom prst="rect">
            <a:avLst/>
          </a:prstGeom>
        </p:spPr>
      </p:pic>
      <p:sp>
        <p:nvSpPr>
          <p:cNvPr id="7" name="Oval 2">
            <a:extLst>
              <a:ext uri="{FF2B5EF4-FFF2-40B4-BE49-F238E27FC236}">
                <a16:creationId xmlns="" xmlns:a16="http://schemas.microsoft.com/office/drawing/2014/main" id="{3D6BCE98-2EC5-0380-5D62-6201F9397B17}"/>
              </a:ext>
            </a:extLst>
          </p:cNvPr>
          <p:cNvSpPr/>
          <p:nvPr userDrawn="1"/>
        </p:nvSpPr>
        <p:spPr>
          <a:xfrm>
            <a:off x="8069403" y="589081"/>
            <a:ext cx="10399335" cy="10399335"/>
          </a:xfrm>
          <a:prstGeom prst="ellipse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4015" t="2" r="55710" b="32061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x-none">
              <a:solidFill>
                <a:prstClr val="white"/>
              </a:solidFill>
            </a:endParaRPr>
          </a:p>
        </p:txBody>
      </p:sp>
      <p:sp>
        <p:nvSpPr>
          <p:cNvPr id="6" name="Заголовок 12">
            <a:extLst>
              <a:ext uri="{FF2B5EF4-FFF2-40B4-BE49-F238E27FC236}">
                <a16:creationId xmlns="" xmlns:a16="http://schemas.microsoft.com/office/drawing/2014/main" id="{F0D8B962-A107-59E1-FEA9-181EDCFEE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71446"/>
            <a:ext cx="6408014" cy="2209840"/>
          </a:xfrm>
        </p:spPr>
        <p:txBody>
          <a:bodyPr anchor="t">
            <a:normAutofit/>
          </a:bodyPr>
          <a:lstStyle>
            <a:lvl1pPr>
              <a:defRPr lang="ru-RU" sz="4000" b="1" kern="1200" cap="all" baseline="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10" name="Picture 3">
            <a:extLst>
              <a:ext uri="{FF2B5EF4-FFF2-40B4-BE49-F238E27FC236}">
                <a16:creationId xmlns="" xmlns:a16="http://schemas.microsoft.com/office/drawing/2014/main" id="{A8A11517-BA93-BCC1-0C9E-8C2D09EC214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201347" y="333375"/>
            <a:ext cx="1667799" cy="545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959232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="" xmlns:a16="http://schemas.microsoft.com/office/drawing/2014/main" id="{CADEBA6B-F945-A25C-647F-DF023C0CAAC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7054" y="0"/>
            <a:ext cx="12204702" cy="6858000"/>
          </a:xfrm>
          <a:prstGeom prst="rect">
            <a:avLst/>
          </a:prstGeom>
        </p:spPr>
      </p:pic>
      <p:sp>
        <p:nvSpPr>
          <p:cNvPr id="13" name="Заголовок 12">
            <a:extLst>
              <a:ext uri="{FF2B5EF4-FFF2-40B4-BE49-F238E27FC236}">
                <a16:creationId xmlns="" xmlns:a16="http://schemas.microsoft.com/office/drawing/2014/main" id="{00464A19-5A05-C9CB-B531-11346C391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71446"/>
            <a:ext cx="6408014" cy="2209840"/>
          </a:xfrm>
        </p:spPr>
        <p:txBody>
          <a:bodyPr anchor="t">
            <a:normAutofit/>
          </a:bodyPr>
          <a:lstStyle>
            <a:lvl1pPr>
              <a:defRPr lang="ru-RU" sz="4000" b="1" kern="1200" cap="all" baseline="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7" name="Picture 3">
            <a:extLst>
              <a:ext uri="{FF2B5EF4-FFF2-40B4-BE49-F238E27FC236}">
                <a16:creationId xmlns="" xmlns:a16="http://schemas.microsoft.com/office/drawing/2014/main" id="{BD3E9980-9EF7-5129-57C8-AEC2CCB7907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201347" y="333375"/>
            <a:ext cx="1667799" cy="545394"/>
          </a:xfrm>
          <a:prstGeom prst="rect">
            <a:avLst/>
          </a:prstGeom>
        </p:spPr>
      </p:pic>
      <p:sp>
        <p:nvSpPr>
          <p:cNvPr id="9" name="Рисунок 10">
            <a:extLst>
              <a:ext uri="{FF2B5EF4-FFF2-40B4-BE49-F238E27FC236}">
                <a16:creationId xmlns="" xmlns:a16="http://schemas.microsoft.com/office/drawing/2014/main" id="{822BACDF-7163-25B0-A66E-C3BA97FE540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118675" y="687365"/>
            <a:ext cx="10424972" cy="10383719"/>
          </a:xfrm>
          <a:prstGeom prst="ellipse">
            <a:avLst/>
          </a:prstGeo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4490879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>
            <a:extLst>
              <a:ext uri="{FF2B5EF4-FFF2-40B4-BE49-F238E27FC236}">
                <a16:creationId xmlns="" xmlns:a16="http://schemas.microsoft.com/office/drawing/2014/main" id="{02C0562A-595F-9C4D-0763-35ABAE6E23E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6742" r="11805" b="3074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4">
            <a:extLst>
              <a:ext uri="{FF2B5EF4-FFF2-40B4-BE49-F238E27FC236}">
                <a16:creationId xmlns="" xmlns:a16="http://schemas.microsoft.com/office/drawing/2014/main" id="{1055048C-83CD-0EC8-2486-D999FD313CB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42913" y="339512"/>
            <a:ext cx="2679700" cy="87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415069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>
            <a:extLst>
              <a:ext uri="{FF2B5EF4-FFF2-40B4-BE49-F238E27FC236}">
                <a16:creationId xmlns="" xmlns:a16="http://schemas.microsoft.com/office/drawing/2014/main" id="{02C0562A-595F-9C4D-0763-35ABAE6E23E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6742" r="11805" b="3074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4">
            <a:extLst>
              <a:ext uri="{FF2B5EF4-FFF2-40B4-BE49-F238E27FC236}">
                <a16:creationId xmlns="" xmlns:a16="http://schemas.microsoft.com/office/drawing/2014/main" id="{1055048C-83CD-0EC8-2486-D999FD313CB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42913" y="339512"/>
            <a:ext cx="2679700" cy="8763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8D464D20-B110-E1AA-AAD7-909CF056BBB4}"/>
              </a:ext>
            </a:extLst>
          </p:cNvPr>
          <p:cNvSpPr txBox="1"/>
          <p:nvPr userDrawn="1"/>
        </p:nvSpPr>
        <p:spPr>
          <a:xfrm>
            <a:off x="335045" y="2386134"/>
            <a:ext cx="443372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ru-RU" sz="3000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КОНТАКТЫ</a:t>
            </a:r>
            <a:endParaRPr lang="x-none" sz="3000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Picture 3">
            <a:extLst>
              <a:ext uri="{FF2B5EF4-FFF2-40B4-BE49-F238E27FC236}">
                <a16:creationId xmlns="" xmlns:a16="http://schemas.microsoft.com/office/drawing/2014/main" id="{016405F7-9E8E-0DC7-C065-4C4A510BC92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040688" y="4400550"/>
            <a:ext cx="3708400" cy="1765300"/>
          </a:xfrm>
          <a:prstGeom prst="rect">
            <a:avLst/>
          </a:prstGeom>
        </p:spPr>
      </p:pic>
      <p:sp>
        <p:nvSpPr>
          <p:cNvPr id="15" name="Текст 14">
            <a:extLst>
              <a:ext uri="{FF2B5EF4-FFF2-40B4-BE49-F238E27FC236}">
                <a16:creationId xmlns="" xmlns:a16="http://schemas.microsoft.com/office/drawing/2014/main" id="{9891A3C7-004E-39CD-E6B2-002B4CB1E7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6923" y="3287712"/>
            <a:ext cx="3384246" cy="2225675"/>
          </a:xfrm>
        </p:spPr>
        <p:txBody>
          <a:bodyPr>
            <a:normAutofit/>
          </a:bodyPr>
          <a:lstStyle>
            <a:lvl1pPr marL="0" indent="0">
              <a:buNone/>
              <a:defRPr lang="ru-RU" sz="1600" b="1" kern="120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>
              <a:buNone/>
              <a:defRPr lang="ru-RU" sz="1600" b="1" kern="120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>
              <a:buNone/>
              <a:defRPr lang="ru-RU" sz="1600" b="1" kern="120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>
              <a:buNone/>
              <a:defRPr lang="ru-RU" sz="1600" b="1" kern="120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>
              <a:buNone/>
              <a:defRPr lang="ru-RU" sz="1600" b="1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14">
            <a:extLst>
              <a:ext uri="{FF2B5EF4-FFF2-40B4-BE49-F238E27FC236}">
                <a16:creationId xmlns="" xmlns:a16="http://schemas.microsoft.com/office/drawing/2014/main" id="{2BD4B46C-A86D-FEAE-B5C8-376ADC9F0E3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76923" y="6417470"/>
            <a:ext cx="2149461" cy="327900"/>
          </a:xfrm>
        </p:spPr>
        <p:txBody>
          <a:bodyPr>
            <a:normAutofit/>
          </a:bodyPr>
          <a:lstStyle>
            <a:lvl1pPr marL="0" indent="0">
              <a:buNone/>
              <a:defRPr lang="ru-RU" sz="1600" b="1" kern="120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>
              <a:buNone/>
              <a:defRPr lang="ru-RU" sz="1600" b="1" kern="120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>
              <a:buNone/>
              <a:defRPr lang="ru-RU" sz="1600" b="1" kern="120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>
              <a:buNone/>
              <a:defRPr lang="ru-RU" sz="1600" b="1" kern="120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>
              <a:buNone/>
              <a:defRPr lang="ru-RU" sz="1600" b="1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2840636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2.emf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13" Type="http://schemas.openxmlformats.org/officeDocument/2006/relationships/slideLayout" Target="../slideLayouts/slideLayout33.xml"/><Relationship Id="rId3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7.xml"/><Relationship Id="rId12" Type="http://schemas.openxmlformats.org/officeDocument/2006/relationships/slideLayout" Target="../slideLayouts/slideLayout32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5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30.xml"/><Relationship Id="rId4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9.xml"/><Relationship Id="rId14" Type="http://schemas.openxmlformats.org/officeDocument/2006/relationships/slideLayout" Target="../slideLayouts/slideLayout3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3048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152400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940800" y="6126167"/>
            <a:ext cx="2844800" cy="563562"/>
          </a:xfrm>
          <a:prstGeom prst="rect">
            <a:avLst/>
          </a:prstGeom>
        </p:spPr>
        <p:txBody>
          <a:bodyPr anchor="ctr"/>
          <a:lstStyle>
            <a:lvl1pPr algn="r">
              <a:defRPr sz="900" b="0" i="0">
                <a:solidFill>
                  <a:srgbClr val="419C79"/>
                </a:solidFill>
                <a:latin typeface="Calibri"/>
                <a:cs typeface="Calibri"/>
              </a:defRPr>
            </a:lvl1pPr>
          </a:lstStyle>
          <a:p>
            <a:r>
              <a:rPr lang="sv-SE"/>
              <a:t>/ </a:t>
            </a:r>
            <a:fld id="{51D75496-C612-4091-9F61-05CA146263B0}" type="slidenum">
              <a:rPr lang="sv-SE" smtClean="0"/>
              <a:pPr/>
              <a:t>‹#›</a:t>
            </a:fld>
            <a:endParaRPr lang="sv-SE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61600" y="6381752"/>
            <a:ext cx="1219200" cy="263769"/>
          </a:xfrm>
          <a:prstGeom prst="rect">
            <a:avLst/>
          </a:prstGeom>
        </p:spPr>
      </p:pic>
      <p:grpSp>
        <p:nvGrpSpPr>
          <p:cNvPr id="17" name="Группа 16"/>
          <p:cNvGrpSpPr/>
          <p:nvPr/>
        </p:nvGrpSpPr>
        <p:grpSpPr>
          <a:xfrm>
            <a:off x="4695351" y="-18002"/>
            <a:ext cx="8881543" cy="7967884"/>
            <a:chOff x="4695351" y="-18002"/>
            <a:chExt cx="8881543" cy="7967884"/>
          </a:xfrm>
        </p:grpSpPr>
        <p:sp>
          <p:nvSpPr>
            <p:cNvPr id="4" name="Right Triangle 3"/>
            <p:cNvSpPr/>
            <p:nvPr/>
          </p:nvSpPr>
          <p:spPr>
            <a:xfrm rot="10800000">
              <a:off x="4695351" y="-18002"/>
              <a:ext cx="7526175" cy="6893587"/>
            </a:xfrm>
            <a:custGeom>
              <a:avLst/>
              <a:gdLst>
                <a:gd name="connsiteX0" fmla="*/ 0 w 6876000"/>
                <a:gd name="connsiteY0" fmla="*/ 6876000 h 6876000"/>
                <a:gd name="connsiteX1" fmla="*/ 0 w 6876000"/>
                <a:gd name="connsiteY1" fmla="*/ 0 h 6876000"/>
                <a:gd name="connsiteX2" fmla="*/ 6876000 w 6876000"/>
                <a:gd name="connsiteY2" fmla="*/ 6876000 h 6876000"/>
                <a:gd name="connsiteX3" fmla="*/ 0 w 6876000"/>
                <a:gd name="connsiteY3" fmla="*/ 6876000 h 6876000"/>
                <a:gd name="connsiteX0" fmla="*/ 148842 w 7024842"/>
                <a:gd name="connsiteY0" fmla="*/ 6876000 h 6876000"/>
                <a:gd name="connsiteX1" fmla="*/ 47 w 7024842"/>
                <a:gd name="connsiteY1" fmla="*/ 3279529 h 6876000"/>
                <a:gd name="connsiteX2" fmla="*/ 148842 w 7024842"/>
                <a:gd name="connsiteY2" fmla="*/ 0 h 6876000"/>
                <a:gd name="connsiteX3" fmla="*/ 7024842 w 7024842"/>
                <a:gd name="connsiteY3" fmla="*/ 6876000 h 6876000"/>
                <a:gd name="connsiteX4" fmla="*/ 148842 w 7024842"/>
                <a:gd name="connsiteY4" fmla="*/ 6876000 h 6876000"/>
                <a:gd name="connsiteX0" fmla="*/ 0 w 6876000"/>
                <a:gd name="connsiteY0" fmla="*/ 6876000 h 6876000"/>
                <a:gd name="connsiteX1" fmla="*/ 1495367 w 6876000"/>
                <a:gd name="connsiteY1" fmla="*/ 4237890 h 6876000"/>
                <a:gd name="connsiteX2" fmla="*/ 0 w 6876000"/>
                <a:gd name="connsiteY2" fmla="*/ 0 h 6876000"/>
                <a:gd name="connsiteX3" fmla="*/ 6876000 w 6876000"/>
                <a:gd name="connsiteY3" fmla="*/ 6876000 h 6876000"/>
                <a:gd name="connsiteX4" fmla="*/ 0 w 6876000"/>
                <a:gd name="connsiteY4" fmla="*/ 6876000 h 6876000"/>
                <a:gd name="connsiteX0" fmla="*/ 649967 w 7525967"/>
                <a:gd name="connsiteY0" fmla="*/ 6893587 h 6893587"/>
                <a:gd name="connsiteX1" fmla="*/ 11 w 7525967"/>
                <a:gd name="connsiteY1" fmla="*/ 0 h 6893587"/>
                <a:gd name="connsiteX2" fmla="*/ 649967 w 7525967"/>
                <a:gd name="connsiteY2" fmla="*/ 17587 h 6893587"/>
                <a:gd name="connsiteX3" fmla="*/ 7525967 w 7525967"/>
                <a:gd name="connsiteY3" fmla="*/ 6893587 h 6893587"/>
                <a:gd name="connsiteX4" fmla="*/ 649967 w 7525967"/>
                <a:gd name="connsiteY4" fmla="*/ 6893587 h 6893587"/>
                <a:gd name="connsiteX0" fmla="*/ 25922 w 7526175"/>
                <a:gd name="connsiteY0" fmla="*/ 6893587 h 6893587"/>
                <a:gd name="connsiteX1" fmla="*/ 219 w 7526175"/>
                <a:gd name="connsiteY1" fmla="*/ 0 h 6893587"/>
                <a:gd name="connsiteX2" fmla="*/ 650175 w 7526175"/>
                <a:gd name="connsiteY2" fmla="*/ 17587 h 6893587"/>
                <a:gd name="connsiteX3" fmla="*/ 7526175 w 7526175"/>
                <a:gd name="connsiteY3" fmla="*/ 6893587 h 6893587"/>
                <a:gd name="connsiteX4" fmla="*/ 25922 w 7526175"/>
                <a:gd name="connsiteY4" fmla="*/ 6893587 h 6893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26175" h="6893587">
                  <a:moveTo>
                    <a:pt x="25922" y="6893587"/>
                  </a:moveTo>
                  <a:cubicBezTo>
                    <a:pt x="29077" y="5703556"/>
                    <a:pt x="-2936" y="1190031"/>
                    <a:pt x="219" y="0"/>
                  </a:cubicBezTo>
                  <a:lnTo>
                    <a:pt x="650175" y="17587"/>
                  </a:lnTo>
                  <a:lnTo>
                    <a:pt x="7526175" y="6893587"/>
                  </a:lnTo>
                  <a:lnTo>
                    <a:pt x="25922" y="6893587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87000">
                  <a:schemeClr val="bg1"/>
                </a:gs>
                <a:gs pos="100000">
                  <a:schemeClr val="bg1"/>
                </a:gs>
              </a:gsLst>
              <a:lin ang="5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50" dirty="0"/>
                <a:t>a</a:t>
              </a:r>
            </a:p>
          </p:txBody>
        </p:sp>
        <p:sp>
          <p:nvSpPr>
            <p:cNvPr id="8" name="Right Triangle 7"/>
            <p:cNvSpPr/>
            <p:nvPr/>
          </p:nvSpPr>
          <p:spPr>
            <a:xfrm rot="8097777">
              <a:off x="8964000" y="5789882"/>
              <a:ext cx="2160000" cy="2160000"/>
            </a:xfrm>
            <a:prstGeom prst="rtTriangle">
              <a:avLst/>
            </a:prstGeom>
            <a:solidFill>
              <a:srgbClr val="0643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Прямоугольный треугольник 12"/>
            <p:cNvSpPr/>
            <p:nvPr/>
          </p:nvSpPr>
          <p:spPr>
            <a:xfrm rot="2700000">
              <a:off x="10723178" y="3642871"/>
              <a:ext cx="2634019" cy="3073412"/>
            </a:xfrm>
            <a:custGeom>
              <a:avLst/>
              <a:gdLst>
                <a:gd name="connsiteX0" fmla="*/ 0 w 2171697"/>
                <a:gd name="connsiteY0" fmla="*/ 2171697 h 2171697"/>
                <a:gd name="connsiteX1" fmla="*/ 0 w 2171697"/>
                <a:gd name="connsiteY1" fmla="*/ 0 h 2171697"/>
                <a:gd name="connsiteX2" fmla="*/ 2171697 w 2171697"/>
                <a:gd name="connsiteY2" fmla="*/ 2171697 h 2171697"/>
                <a:gd name="connsiteX3" fmla="*/ 0 w 2171697"/>
                <a:gd name="connsiteY3" fmla="*/ 2171697 h 2171697"/>
                <a:gd name="connsiteX0" fmla="*/ 0 w 2171697"/>
                <a:gd name="connsiteY0" fmla="*/ 2171697 h 2171697"/>
                <a:gd name="connsiteX1" fmla="*/ 0 w 2171697"/>
                <a:gd name="connsiteY1" fmla="*/ 0 h 2171697"/>
                <a:gd name="connsiteX2" fmla="*/ 1329112 w 2171697"/>
                <a:gd name="connsiteY2" fmla="*/ 1321746 h 2171697"/>
                <a:gd name="connsiteX3" fmla="*/ 2171697 w 2171697"/>
                <a:gd name="connsiteY3" fmla="*/ 2171697 h 2171697"/>
                <a:gd name="connsiteX4" fmla="*/ 0 w 2171697"/>
                <a:gd name="connsiteY4" fmla="*/ 2171697 h 2171697"/>
                <a:gd name="connsiteX0" fmla="*/ 0 w 2647137"/>
                <a:gd name="connsiteY0" fmla="*/ 2171697 h 2171697"/>
                <a:gd name="connsiteX1" fmla="*/ 0 w 2647137"/>
                <a:gd name="connsiteY1" fmla="*/ 0 h 2171697"/>
                <a:gd name="connsiteX2" fmla="*/ 2647137 w 2647137"/>
                <a:gd name="connsiteY2" fmla="*/ 1707207 h 2171697"/>
                <a:gd name="connsiteX3" fmla="*/ 2171697 w 2647137"/>
                <a:gd name="connsiteY3" fmla="*/ 2171697 h 2171697"/>
                <a:gd name="connsiteX4" fmla="*/ 0 w 2647137"/>
                <a:gd name="connsiteY4" fmla="*/ 2171697 h 2171697"/>
                <a:gd name="connsiteX0" fmla="*/ 18650 w 2665787"/>
                <a:gd name="connsiteY0" fmla="*/ 3110479 h 3110479"/>
                <a:gd name="connsiteX1" fmla="*/ 0 w 2665787"/>
                <a:gd name="connsiteY1" fmla="*/ 0 h 3110479"/>
                <a:gd name="connsiteX2" fmla="*/ 2665787 w 2665787"/>
                <a:gd name="connsiteY2" fmla="*/ 2645989 h 3110479"/>
                <a:gd name="connsiteX3" fmla="*/ 2190347 w 2665787"/>
                <a:gd name="connsiteY3" fmla="*/ 3110479 h 3110479"/>
                <a:gd name="connsiteX4" fmla="*/ 18650 w 2665787"/>
                <a:gd name="connsiteY4" fmla="*/ 3110479 h 311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65787" h="3110479">
                  <a:moveTo>
                    <a:pt x="18650" y="3110479"/>
                  </a:moveTo>
                  <a:lnTo>
                    <a:pt x="0" y="0"/>
                  </a:lnTo>
                  <a:lnTo>
                    <a:pt x="2665787" y="2645989"/>
                  </a:lnTo>
                  <a:lnTo>
                    <a:pt x="2190347" y="3110479"/>
                  </a:lnTo>
                  <a:lnTo>
                    <a:pt x="18650" y="3110479"/>
                  </a:lnTo>
                  <a:close/>
                </a:path>
              </a:pathLst>
            </a:custGeom>
            <a:solidFill>
              <a:srgbClr val="0974C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pic>
          <p:nvPicPr>
            <p:cNvPr id="15" name="Рисунок 14"/>
            <p:cNvPicPr>
              <a:picLocks noChangeAspect="1"/>
            </p:cNvPicPr>
            <p:nvPr/>
          </p:nvPicPr>
          <p:blipFill>
            <a:blip r:embed="rId2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24008" y="6196904"/>
              <a:ext cx="1661746" cy="36969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926858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3" r:id="rId11"/>
    <p:sldLayoutId id="2147483662" r:id="rId12"/>
    <p:sldLayoutId id="2147483663" r:id="rId13"/>
    <p:sldLayoutId id="2147483664" r:id="rId14"/>
    <p:sldLayoutId id="2147483667" r:id="rId15"/>
    <p:sldLayoutId id="2147483668" r:id="rId16"/>
    <p:sldLayoutId id="2147483669" r:id="rId17"/>
    <p:sldLayoutId id="2147483671" r:id="rId18"/>
    <p:sldLayoutId id="2147483672" r:id="rId19"/>
    <p:sldLayoutId id="2147483673" r:id="rId20"/>
  </p:sldLayoutIdLst>
  <p:transition spd="slow">
    <p:wipe dir="r"/>
  </p:transition>
  <p:hf sldNum="0" hdr="0"/>
  <p:txStyles>
    <p:titleStyle>
      <a:lvl1pPr algn="l" defTabSz="685800" rtl="0" eaLnBrk="1" latinLnBrk="0" hangingPunct="1">
        <a:spcBef>
          <a:spcPct val="0"/>
        </a:spcBef>
        <a:buNone/>
        <a:defRPr sz="3000" b="1" i="0" kern="1200">
          <a:solidFill>
            <a:srgbClr val="064398"/>
          </a:solidFill>
          <a:latin typeface="Calibri" pitchFamily="34" charset="0"/>
          <a:ea typeface="+mj-ea"/>
          <a:cs typeface="Calibri" pitchFamily="34" charset="0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E6A39201-97B3-6FD2-8E6E-5036F2215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="" xmlns:a16="http://schemas.microsoft.com/office/drawing/2014/main" id="{CAFDDB4A-BF6A-6424-060F-00288E5C6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2094286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5" r:id="rId1"/>
    <p:sldLayoutId id="2147483796" r:id="rId2"/>
    <p:sldLayoutId id="2147483797" r:id="rId3"/>
    <p:sldLayoutId id="2147483798" r:id="rId4"/>
    <p:sldLayoutId id="2147483799" r:id="rId5"/>
    <p:sldLayoutId id="2147483800" r:id="rId6"/>
    <p:sldLayoutId id="2147483801" r:id="rId7"/>
    <p:sldLayoutId id="2147483802" r:id="rId8"/>
    <p:sldLayoutId id="2147483803" r:id="rId9"/>
    <p:sldLayoutId id="2147483804" r:id="rId10"/>
    <p:sldLayoutId id="2147483805" r:id="rId11"/>
    <p:sldLayoutId id="2147483806" r:id="rId12"/>
    <p:sldLayoutId id="2147483807" r:id="rId13"/>
    <p:sldLayoutId id="2147483808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6764693" y="653343"/>
            <a:ext cx="483325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ru-RU" dirty="0">
                <a:solidFill>
                  <a:srgbClr val="0A4595"/>
                </a:solidFill>
                <a:latin typeface="Arial"/>
                <a:cs typeface="+mn-cs"/>
              </a:rPr>
              <a:t>ПРЕМИУМ ГЕНЕТИКА</a:t>
            </a:r>
            <a:br>
              <a:rPr lang="ru-RU" dirty="0">
                <a:solidFill>
                  <a:srgbClr val="0A4595"/>
                </a:solidFill>
                <a:latin typeface="Arial"/>
                <a:cs typeface="+mn-cs"/>
              </a:rPr>
            </a:br>
            <a:r>
              <a:rPr lang="ru-RU" dirty="0">
                <a:solidFill>
                  <a:srgbClr val="0A4595"/>
                </a:solidFill>
                <a:latin typeface="Arial"/>
                <a:cs typeface="+mn-cs"/>
              </a:rPr>
              <a:t>КРУПНОГО</a:t>
            </a:r>
            <a:r>
              <a:rPr lang="ru-RU" sz="1600" dirty="0">
                <a:solidFill>
                  <a:srgbClr val="0A4595"/>
                </a:solidFill>
                <a:latin typeface="Arial"/>
                <a:cs typeface="+mn-cs"/>
              </a:rPr>
              <a:t> РОГАТОГО</a:t>
            </a:r>
            <a:r>
              <a:rPr lang="ru-RU" dirty="0">
                <a:solidFill>
                  <a:srgbClr val="0A4595"/>
                </a:solidFill>
                <a:latin typeface="Arial"/>
                <a:cs typeface="+mn-cs"/>
              </a:rPr>
              <a:t/>
            </a:r>
            <a:br>
              <a:rPr lang="ru-RU" dirty="0">
                <a:solidFill>
                  <a:srgbClr val="0A4595"/>
                </a:solidFill>
                <a:latin typeface="Arial"/>
                <a:cs typeface="+mn-cs"/>
              </a:rPr>
            </a:br>
            <a:r>
              <a:rPr lang="ru-RU" dirty="0">
                <a:solidFill>
                  <a:srgbClr val="0A4595"/>
                </a:solidFill>
                <a:latin typeface="Arial"/>
                <a:cs typeface="+mn-cs"/>
              </a:rPr>
              <a:t>СКОТА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363894" y="1688841"/>
            <a:ext cx="8780106" cy="12618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prstClr val="white"/>
                </a:solidFill>
                <a:latin typeface="Arial"/>
                <a:cs typeface="+mn-cs"/>
              </a:rPr>
              <a:t>Alta Genetics</a:t>
            </a:r>
            <a:r>
              <a:rPr lang="ru-RU" sz="2800" dirty="0">
                <a:solidFill>
                  <a:prstClr val="white"/>
                </a:solidFill>
                <a:latin typeface="Arial"/>
                <a:cs typeface="+mn-cs"/>
              </a:rPr>
              <a:t> </a:t>
            </a:r>
            <a:r>
              <a:rPr lang="en-US" sz="2800" dirty="0">
                <a:solidFill>
                  <a:prstClr val="white"/>
                </a:solidFill>
                <a:latin typeface="Arial"/>
                <a:cs typeface="+mn-cs"/>
              </a:rPr>
              <a:t>Russia</a:t>
            </a:r>
            <a:r>
              <a:rPr lang="ru-RU" sz="2800" dirty="0">
                <a:solidFill>
                  <a:prstClr val="white"/>
                </a:solidFill>
                <a:latin typeface="Arial"/>
                <a:cs typeface="+mn-cs"/>
              </a:rPr>
              <a:t>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ru-RU" sz="2800" dirty="0">
                <a:solidFill>
                  <a:prstClr val="white"/>
                </a:solidFill>
                <a:latin typeface="Arial"/>
                <a:cs typeface="+mn-cs"/>
              </a:rPr>
              <a:t>для </a:t>
            </a:r>
            <a:r>
              <a:rPr lang="ru-RU" sz="2000" dirty="0" smtClean="0">
                <a:solidFill>
                  <a:prstClr val="white"/>
                </a:solidFill>
                <a:latin typeface="Arial"/>
                <a:cs typeface="+mn-cs"/>
              </a:rPr>
              <a:t>ЗАО Племхоз имени Тельмана</a:t>
            </a:r>
            <a:r>
              <a:rPr lang="ru-RU" sz="2000" dirty="0">
                <a:solidFill>
                  <a:prstClr val="white"/>
                </a:solidFill>
                <a:latin typeface="Arial"/>
                <a:cs typeface="+mn-cs"/>
              </a:rPr>
              <a:t/>
            </a:r>
            <a:br>
              <a:rPr lang="ru-RU" sz="2000" dirty="0">
                <a:solidFill>
                  <a:prstClr val="white"/>
                </a:solidFill>
                <a:latin typeface="Arial"/>
                <a:cs typeface="+mn-cs"/>
              </a:rPr>
            </a:br>
            <a:r>
              <a:rPr lang="ru-RU" sz="2000" dirty="0">
                <a:solidFill>
                  <a:prstClr val="white"/>
                </a:solidFill>
                <a:latin typeface="Arial"/>
                <a:cs typeface="+mn-cs"/>
              </a:rPr>
              <a:t>  </a:t>
            </a:r>
            <a:r>
              <a:rPr lang="ru-RU" sz="2000" dirty="0" smtClean="0">
                <a:solidFill>
                  <a:prstClr val="white"/>
                </a:solidFill>
                <a:latin typeface="Arial"/>
                <a:cs typeface="+mn-cs"/>
              </a:rPr>
              <a:t>октябрь </a:t>
            </a:r>
            <a:r>
              <a:rPr lang="ru-RU" sz="2000" dirty="0">
                <a:solidFill>
                  <a:prstClr val="white"/>
                </a:solidFill>
                <a:latin typeface="Arial"/>
                <a:cs typeface="+mn-cs"/>
              </a:rPr>
              <a:t>2025</a:t>
            </a:r>
          </a:p>
        </p:txBody>
      </p:sp>
    </p:spTree>
    <p:extLst>
      <p:ext uri="{BB962C8B-B14F-4D97-AF65-F5344CB8AC3E}">
        <p14:creationId xmlns:p14="http://schemas.microsoft.com/office/powerpoint/2010/main" val="39533068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С</a:t>
            </a:r>
            <a:r>
              <a:rPr lang="ru-RU" dirty="0" err="1" smtClean="0"/>
              <a:t>ыропригодность</a:t>
            </a:r>
            <a:r>
              <a:rPr lang="ru-RU" dirty="0" smtClean="0"/>
              <a:t> молока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06400" y="931985"/>
            <a:ext cx="10160000" cy="5041781"/>
          </a:xfrm>
        </p:spPr>
        <p:txBody>
          <a:bodyPr>
            <a:normAutofit/>
          </a:bodyPr>
          <a:lstStyle/>
          <a:p>
            <a:r>
              <a:rPr lang="ru-RU" b="1" dirty="0" smtClean="0"/>
              <a:t>- </a:t>
            </a:r>
            <a:r>
              <a:rPr lang="ru-RU" sz="1600" b="1" dirty="0" smtClean="0"/>
              <a:t>Каппа-казеин (к-казеин)</a:t>
            </a:r>
            <a:r>
              <a:rPr lang="ru-RU" sz="1600" dirty="0" smtClean="0"/>
              <a:t> </a:t>
            </a:r>
            <a:r>
              <a:rPr lang="ru-RU" sz="1600" dirty="0"/>
              <a:t>— один из основных белков молока, который:</a:t>
            </a:r>
          </a:p>
          <a:p>
            <a:r>
              <a:rPr lang="ru-RU" sz="1600" dirty="0"/>
              <a:t>стабилизирует казеиновые мицеллы (то есть делает молоко устойчивым);</a:t>
            </a:r>
          </a:p>
          <a:p>
            <a:r>
              <a:rPr lang="ru-RU" sz="1600" dirty="0"/>
              <a:t>определяет, </a:t>
            </a:r>
            <a:r>
              <a:rPr lang="ru-RU" sz="1600" b="1" dirty="0"/>
              <a:t>как быстро и качественно свертывается молоко</a:t>
            </a:r>
            <a:r>
              <a:rPr lang="ru-RU" sz="1600" dirty="0"/>
              <a:t> под действием сычужного фермента;</a:t>
            </a:r>
          </a:p>
          <a:p>
            <a:r>
              <a:rPr lang="ru-RU" sz="1600" dirty="0"/>
              <a:t>влияет на </a:t>
            </a:r>
            <a:r>
              <a:rPr lang="ru-RU" sz="1600" b="1" dirty="0"/>
              <a:t>структуру и выход сыра</a:t>
            </a:r>
            <a:r>
              <a:rPr lang="ru-RU" sz="1600" dirty="0"/>
              <a:t> (количество и плотность сырного сгустка).</a:t>
            </a:r>
          </a:p>
          <a:p>
            <a:r>
              <a:rPr lang="ru-RU" sz="1600" b="1" dirty="0" smtClean="0"/>
              <a:t>-</a:t>
            </a:r>
            <a:r>
              <a:rPr lang="ru-RU" sz="1600" dirty="0" smtClean="0"/>
              <a:t> Существует </a:t>
            </a:r>
            <a:r>
              <a:rPr lang="ru-RU" sz="1600" dirty="0"/>
              <a:t>несколько генетических вариантов </a:t>
            </a:r>
            <a:r>
              <a:rPr lang="ru-RU" sz="1600" b="1" dirty="0"/>
              <a:t>κ-казеина (AA, AB, BB</a:t>
            </a:r>
            <a:r>
              <a:rPr lang="ru-RU" sz="1600" dirty="0"/>
              <a:t>), и каждый из них по-разному влияет на свойства молока при сыроварении</a:t>
            </a:r>
            <a:endParaRPr lang="ru-RU" sz="1600" dirty="0" smtClean="0"/>
          </a:p>
          <a:p>
            <a:endParaRPr lang="ru-RU" dirty="0"/>
          </a:p>
        </p:txBody>
      </p:sp>
      <p:graphicFrame>
        <p:nvGraphicFramePr>
          <p:cNvPr id="8" name="Таблица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9424667"/>
              </p:ext>
            </p:extLst>
          </p:nvPr>
        </p:nvGraphicFramePr>
        <p:xfrm>
          <a:off x="360484" y="3006970"/>
          <a:ext cx="9135208" cy="2863902"/>
        </p:xfrm>
        <a:graphic>
          <a:graphicData uri="http://schemas.openxmlformats.org/drawingml/2006/table">
            <a:tbl>
              <a:tblPr/>
              <a:tblGrid>
                <a:gridCol w="3084763"/>
                <a:gridCol w="3084763"/>
                <a:gridCol w="2965682"/>
              </a:tblGrid>
              <a:tr h="534016">
                <a:tc>
                  <a:txBody>
                    <a:bodyPr/>
                    <a:lstStyle/>
                    <a:p>
                      <a:r>
                        <a:rPr lang="ru-RU" b="1" dirty="0"/>
                        <a:t>Генотип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b="1" dirty="0"/>
                        <a:t>Характеристика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b="1" dirty="0"/>
                        <a:t>Влияние на сыроделие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903720">
                <a:tc>
                  <a:txBody>
                    <a:bodyPr/>
                    <a:lstStyle/>
                    <a:p>
                      <a:r>
                        <a:rPr lang="en-US" b="1" dirty="0"/>
                        <a:t>AA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b="1" dirty="0"/>
                        <a:t>Меньше чувствителен к ферментам, слабый сгусток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b="1" dirty="0">
                          <a:solidFill>
                            <a:srgbClr val="FF0000"/>
                          </a:solidFill>
                        </a:rPr>
                        <a:t>❌</a:t>
                      </a:r>
                      <a:r>
                        <a:rPr lang="ru-RU" b="1" dirty="0"/>
                        <a:t> Плохая свертываемость, меньший выход сыра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713083">
                <a:tc>
                  <a:txBody>
                    <a:bodyPr/>
                    <a:lstStyle/>
                    <a:p>
                      <a:r>
                        <a:rPr lang="en-US" b="1"/>
                        <a:t>AB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b="1" dirty="0"/>
                        <a:t>Промежуточный вариант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b="1" dirty="0" smtClean="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rPr>
                        <a:t>⚖</a:t>
                      </a:r>
                      <a:r>
                        <a:rPr lang="ru-RU" b="1" dirty="0" smtClean="0"/>
                        <a:t> </a:t>
                      </a:r>
                      <a:r>
                        <a:rPr lang="ru-RU" b="1" dirty="0"/>
                        <a:t>Умеренная свертываемость и выход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713083">
                <a:tc>
                  <a:txBody>
                    <a:bodyPr/>
                    <a:lstStyle/>
                    <a:p>
                      <a:r>
                        <a:rPr lang="en-US" b="1"/>
                        <a:t>BB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b="1"/>
                        <a:t>Лучше свертывается, плотный сгусток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b="1" dirty="0">
                          <a:solidFill>
                            <a:srgbClr val="00FF00"/>
                          </a:solidFill>
                        </a:rPr>
                        <a:t>✅</a:t>
                      </a:r>
                      <a:r>
                        <a:rPr lang="ru-RU" b="1" dirty="0"/>
                        <a:t> Высокий выход и качество сыра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4245279"/>
      </p:ext>
    </p:extLst>
  </p:cSld>
  <p:clrMapOvr>
    <a:masterClrMapping/>
  </p:clrMapOvr>
  <p:transition spd="slow"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Сыропригодность</a:t>
            </a:r>
            <a:r>
              <a:rPr lang="ru-RU" dirty="0"/>
              <a:t> молока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06400" y="817685"/>
            <a:ext cx="10160000" cy="5156081"/>
          </a:xfrm>
        </p:spPr>
        <p:txBody>
          <a:bodyPr>
            <a:normAutofit fontScale="70000" lnSpcReduction="20000"/>
          </a:bodyPr>
          <a:lstStyle/>
          <a:p>
            <a:r>
              <a:rPr lang="ru-RU" b="1" dirty="0"/>
              <a:t>Ключевые моменты:</a:t>
            </a:r>
          </a:p>
          <a:p>
            <a:r>
              <a:rPr lang="ru-RU" b="1" dirty="0"/>
              <a:t>BB</a:t>
            </a:r>
            <a:r>
              <a:rPr lang="ru-RU" dirty="0"/>
              <a:t> — лучший вариант, особенно для сыров с высокой плотностью и выдержки.</a:t>
            </a:r>
          </a:p>
          <a:p>
            <a:r>
              <a:rPr lang="ru-RU" b="1" dirty="0"/>
              <a:t>AB</a:t>
            </a:r>
            <a:r>
              <a:rPr lang="ru-RU" dirty="0"/>
              <a:t> — технологически стабильный компромисс; широко встречается в стадах.</a:t>
            </a:r>
          </a:p>
          <a:p>
            <a:r>
              <a:rPr lang="ru-RU" b="1" dirty="0"/>
              <a:t>AA</a:t>
            </a:r>
            <a:r>
              <a:rPr lang="ru-RU" dirty="0"/>
              <a:t> — нежелателен для сыродельных целей.</a:t>
            </a:r>
          </a:p>
          <a:p>
            <a:endParaRPr lang="ru-RU" b="1" dirty="0" smtClean="0"/>
          </a:p>
          <a:p>
            <a:r>
              <a:rPr lang="ru-RU" b="1" dirty="0" smtClean="0"/>
              <a:t>Генотип </a:t>
            </a:r>
            <a:r>
              <a:rPr lang="ru-RU" b="1" dirty="0"/>
              <a:t>BB</a:t>
            </a:r>
            <a:r>
              <a:rPr lang="ru-RU" dirty="0"/>
              <a:t> – это «золотой стандарт» для сыроделия. </a:t>
            </a:r>
            <a:endParaRPr lang="ru-RU" dirty="0" smtClean="0"/>
          </a:p>
          <a:p>
            <a:r>
              <a:rPr lang="ru-RU" dirty="0" smtClean="0"/>
              <a:t>Молоко </a:t>
            </a:r>
            <a:r>
              <a:rPr lang="ru-RU" dirty="0"/>
              <a:t>коров с этим генотипом быстро свертывается, образуя плотный и упругий сгусток. Белок эффективно удерживается в сырном зерне, что обеспечивает высокий выход сыра и минимальные потери белка в сыворотке. Такой тип молока идеально подходит для всех видов сыров, особенно для твердых и выдержанных, благодаря стабильности технологического процесса и качеству сгустка.</a:t>
            </a:r>
          </a:p>
          <a:p>
            <a:r>
              <a:rPr lang="ru-RU" b="1" dirty="0"/>
              <a:t>Генотип AB</a:t>
            </a:r>
            <a:r>
              <a:rPr lang="ru-RU" dirty="0"/>
              <a:t> – промежуточный вариант между BB и AA. </a:t>
            </a:r>
            <a:endParaRPr lang="ru-RU" dirty="0" smtClean="0"/>
          </a:p>
          <a:p>
            <a:r>
              <a:rPr lang="ru-RU" dirty="0" smtClean="0"/>
              <a:t>Молоко </a:t>
            </a:r>
            <a:r>
              <a:rPr lang="ru-RU" dirty="0"/>
              <a:t>свертывается средней скоростью, сгусток средней плотности. Оно обеспечивает стабильный технологический процесс и приемлемый выход сыра. Генотип AB считается хорошим компромиссом: молоко пригодно для большинства видов сыров, но уступает BB по плотности сгустка и количеству сырного продукта.</a:t>
            </a:r>
          </a:p>
          <a:p>
            <a:r>
              <a:rPr lang="ru-RU" b="1" dirty="0"/>
              <a:t>Генотип AA</a:t>
            </a:r>
            <a:r>
              <a:rPr lang="ru-RU" dirty="0"/>
              <a:t> – это низкий уровень κ-казеина. </a:t>
            </a:r>
            <a:endParaRPr lang="ru-RU" dirty="0" smtClean="0"/>
          </a:p>
          <a:p>
            <a:r>
              <a:rPr lang="ru-RU" dirty="0" smtClean="0"/>
              <a:t>Молоко </a:t>
            </a:r>
            <a:r>
              <a:rPr lang="ru-RU" dirty="0"/>
              <a:t>медленно свертывается, образуя рыхлый и водянистый сгусток. Выход сыра при использовании такого молока снижен, а потери белка в сыворотке выше. Молоко с генотипом AA плохо подходит для сыроделия, особенно для твердых и выдержанных сыров, так как качество сырного зерна оставляет желать лучшего</a:t>
            </a:r>
            <a:r>
              <a:rPr lang="ru-RU" dirty="0" smtClean="0"/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53196172"/>
      </p:ext>
    </p:extLst>
  </p:cSld>
  <p:clrMapOvr>
    <a:masterClrMapping/>
  </p:clrMapOvr>
  <p:transition spd="slow"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Сыропригодность</a:t>
            </a:r>
            <a:r>
              <a:rPr lang="ru-RU" dirty="0"/>
              <a:t> молока</a:t>
            </a:r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90119292"/>
              </p:ext>
            </p:extLst>
          </p:nvPr>
        </p:nvGraphicFramePr>
        <p:xfrm>
          <a:off x="406400" y="1125417"/>
          <a:ext cx="10160000" cy="4396152"/>
        </p:xfrm>
        <a:graphic>
          <a:graphicData uri="http://schemas.openxmlformats.org/drawingml/2006/table">
            <a:tbl>
              <a:tblPr/>
              <a:tblGrid>
                <a:gridCol w="2540000"/>
                <a:gridCol w="2540000"/>
                <a:gridCol w="2540000"/>
                <a:gridCol w="2540000"/>
              </a:tblGrid>
              <a:tr h="732692">
                <a:tc>
                  <a:txBody>
                    <a:bodyPr/>
                    <a:lstStyle/>
                    <a:p>
                      <a:r>
                        <a:rPr lang="ru-RU" sz="1300" dirty="0"/>
                        <a:t>Показатель</a:t>
                      </a:r>
                    </a:p>
                  </a:txBody>
                  <a:tcPr marL="84667" marR="84667" marT="42333" marB="42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 dirty="0">
                          <a:solidFill>
                            <a:srgbClr val="FF0000"/>
                          </a:solidFill>
                        </a:rPr>
                        <a:t>AA</a:t>
                      </a:r>
                    </a:p>
                  </a:txBody>
                  <a:tcPr marL="84667" marR="84667" marT="42333" marB="42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 dirty="0">
                          <a:solidFill>
                            <a:srgbClr val="0070C0"/>
                          </a:solidFill>
                        </a:rPr>
                        <a:t>AB</a:t>
                      </a:r>
                    </a:p>
                  </a:txBody>
                  <a:tcPr marL="84667" marR="84667" marT="42333" marB="42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 dirty="0">
                          <a:solidFill>
                            <a:srgbClr val="00B050"/>
                          </a:solidFill>
                        </a:rPr>
                        <a:t>BB</a:t>
                      </a:r>
                    </a:p>
                  </a:txBody>
                  <a:tcPr marL="84667" marR="84667" marT="42333" marB="42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732692">
                <a:tc>
                  <a:txBody>
                    <a:bodyPr/>
                    <a:lstStyle/>
                    <a:p>
                      <a:r>
                        <a:rPr lang="ru-RU" sz="1300"/>
                        <a:t>Скорость свертывания (мин)</a:t>
                      </a:r>
                    </a:p>
                  </a:txBody>
                  <a:tcPr marL="84667" marR="84667" marT="42333" marB="42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300" b="1" dirty="0">
                          <a:solidFill>
                            <a:srgbClr val="FF0000"/>
                          </a:solidFill>
                        </a:rPr>
                        <a:t>15–20</a:t>
                      </a:r>
                    </a:p>
                  </a:txBody>
                  <a:tcPr marL="84667" marR="84667" marT="42333" marB="42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300" b="1" dirty="0">
                          <a:solidFill>
                            <a:srgbClr val="0070C0"/>
                          </a:solidFill>
                        </a:rPr>
                        <a:t>10–13</a:t>
                      </a:r>
                    </a:p>
                  </a:txBody>
                  <a:tcPr marL="84667" marR="84667" marT="42333" marB="42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300" b="1" dirty="0">
                          <a:solidFill>
                            <a:srgbClr val="00B050"/>
                          </a:solidFill>
                        </a:rPr>
                        <a:t>6–9</a:t>
                      </a:r>
                    </a:p>
                  </a:txBody>
                  <a:tcPr marL="84667" marR="84667" marT="42333" marB="42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732692">
                <a:tc>
                  <a:txBody>
                    <a:bodyPr/>
                    <a:lstStyle/>
                    <a:p>
                      <a:r>
                        <a:rPr lang="ru-RU" sz="1300" dirty="0"/>
                        <a:t>Плотность сгустка (</a:t>
                      </a:r>
                      <a:r>
                        <a:rPr lang="en-US" sz="1300" dirty="0"/>
                        <a:t>N)</a:t>
                      </a:r>
                    </a:p>
                  </a:txBody>
                  <a:tcPr marL="84667" marR="84667" marT="42333" marB="42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300" b="1" dirty="0">
                          <a:solidFill>
                            <a:srgbClr val="FF0000"/>
                          </a:solidFill>
                        </a:rPr>
                        <a:t>20–25</a:t>
                      </a:r>
                    </a:p>
                  </a:txBody>
                  <a:tcPr marL="84667" marR="84667" marT="42333" marB="42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300" b="1" dirty="0">
                          <a:solidFill>
                            <a:srgbClr val="0070C0"/>
                          </a:solidFill>
                        </a:rPr>
                        <a:t>30–35</a:t>
                      </a:r>
                    </a:p>
                  </a:txBody>
                  <a:tcPr marL="84667" marR="84667" marT="42333" marB="42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300" b="1" dirty="0">
                          <a:solidFill>
                            <a:srgbClr val="00B050"/>
                          </a:solidFill>
                        </a:rPr>
                        <a:t>40–50</a:t>
                      </a:r>
                    </a:p>
                  </a:txBody>
                  <a:tcPr marL="84667" marR="84667" marT="42333" marB="42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732692">
                <a:tc>
                  <a:txBody>
                    <a:bodyPr/>
                    <a:lstStyle/>
                    <a:p>
                      <a:r>
                        <a:rPr lang="ru-RU" sz="1300"/>
                        <a:t>Выход сыра (%)</a:t>
                      </a:r>
                    </a:p>
                  </a:txBody>
                  <a:tcPr marL="84667" marR="84667" marT="42333" marB="42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300" b="1" dirty="0">
                          <a:solidFill>
                            <a:srgbClr val="FF0000"/>
                          </a:solidFill>
                        </a:rPr>
                        <a:t>8–9</a:t>
                      </a:r>
                    </a:p>
                  </a:txBody>
                  <a:tcPr marL="84667" marR="84667" marT="42333" marB="42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300" b="1" dirty="0">
                          <a:solidFill>
                            <a:srgbClr val="0070C0"/>
                          </a:solidFill>
                        </a:rPr>
                        <a:t>10–11</a:t>
                      </a:r>
                    </a:p>
                  </a:txBody>
                  <a:tcPr marL="84667" marR="84667" marT="42333" marB="42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300" b="1" dirty="0">
                          <a:solidFill>
                            <a:srgbClr val="00B050"/>
                          </a:solidFill>
                        </a:rPr>
                        <a:t>12–13</a:t>
                      </a:r>
                    </a:p>
                  </a:txBody>
                  <a:tcPr marL="84667" marR="84667" marT="42333" marB="42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732692">
                <a:tc>
                  <a:txBody>
                    <a:bodyPr/>
                    <a:lstStyle/>
                    <a:p>
                      <a:r>
                        <a:rPr lang="ru-RU" sz="1300"/>
                        <a:t>Потери белка в сыворотке (%)</a:t>
                      </a:r>
                    </a:p>
                  </a:txBody>
                  <a:tcPr marL="84667" marR="84667" marT="42333" marB="42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300" b="1" dirty="0">
                          <a:solidFill>
                            <a:srgbClr val="FF0000"/>
                          </a:solidFill>
                        </a:rPr>
                        <a:t>25–30</a:t>
                      </a:r>
                    </a:p>
                  </a:txBody>
                  <a:tcPr marL="84667" marR="84667" marT="42333" marB="42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300" b="1" dirty="0">
                          <a:solidFill>
                            <a:srgbClr val="0070C0"/>
                          </a:solidFill>
                        </a:rPr>
                        <a:t>20–25</a:t>
                      </a:r>
                    </a:p>
                  </a:txBody>
                  <a:tcPr marL="84667" marR="84667" marT="42333" marB="42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300" b="1" dirty="0">
                          <a:solidFill>
                            <a:srgbClr val="00B050"/>
                          </a:solidFill>
                        </a:rPr>
                        <a:t>15–18</a:t>
                      </a:r>
                    </a:p>
                  </a:txBody>
                  <a:tcPr marL="84667" marR="84667" marT="42333" marB="42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732692">
                <a:tc>
                  <a:txBody>
                    <a:bodyPr/>
                    <a:lstStyle/>
                    <a:p>
                      <a:r>
                        <a:rPr lang="ru-RU" sz="1300"/>
                        <a:t>Текстура сырного зерна</a:t>
                      </a:r>
                    </a:p>
                  </a:txBody>
                  <a:tcPr marL="84667" marR="84667" marT="42333" marB="42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300" b="1" dirty="0">
                          <a:solidFill>
                            <a:srgbClr val="FF0000"/>
                          </a:solidFill>
                        </a:rPr>
                        <a:t>рыхлое</a:t>
                      </a:r>
                    </a:p>
                  </a:txBody>
                  <a:tcPr marL="84667" marR="84667" marT="42333" marB="42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300" b="1" dirty="0">
                          <a:solidFill>
                            <a:srgbClr val="0070C0"/>
                          </a:solidFill>
                        </a:rPr>
                        <a:t>средне плотное</a:t>
                      </a:r>
                    </a:p>
                  </a:txBody>
                  <a:tcPr marL="84667" marR="84667" marT="42333" marB="42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300" b="1" dirty="0">
                          <a:solidFill>
                            <a:srgbClr val="00B050"/>
                          </a:solidFill>
                        </a:rPr>
                        <a:t>плотное, упругое</a:t>
                      </a:r>
                    </a:p>
                  </a:txBody>
                  <a:tcPr marL="84667" marR="84667" marT="42333" marB="42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4168433"/>
      </p:ext>
    </p:extLst>
  </p:cSld>
  <p:clrMapOvr>
    <a:masterClrMapping/>
  </p:clrMapOvr>
  <p:transition spd="slow"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Сыропригодность</a:t>
            </a:r>
            <a:r>
              <a:rPr lang="ru-RU" dirty="0"/>
              <a:t> молока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06400" y="931985"/>
            <a:ext cx="10160000" cy="5041781"/>
          </a:xfrm>
        </p:spPr>
        <p:txBody>
          <a:bodyPr>
            <a:normAutofit/>
          </a:bodyPr>
          <a:lstStyle/>
          <a:p>
            <a:r>
              <a:rPr lang="ru-RU" sz="1600" dirty="0" smtClean="0"/>
              <a:t>Стандартное распределение генотипов к-казеина в популяции коров </a:t>
            </a:r>
            <a:r>
              <a:rPr lang="ru-RU" sz="1600" dirty="0" err="1" smtClean="0"/>
              <a:t>голштинской</a:t>
            </a:r>
            <a:r>
              <a:rPr lang="ru-RU" sz="1600" dirty="0" smtClean="0"/>
              <a:t> породы</a:t>
            </a:r>
            <a:endParaRPr lang="ru-RU" sz="1600" dirty="0"/>
          </a:p>
          <a:p>
            <a:r>
              <a:rPr lang="ru-RU" sz="1600" b="1" dirty="0" smtClean="0"/>
              <a:t>AA</a:t>
            </a:r>
            <a:r>
              <a:rPr lang="ru-RU" sz="1600" dirty="0" smtClean="0"/>
              <a:t>- примерно 50 % </a:t>
            </a:r>
            <a:endParaRPr lang="ru-RU" sz="1600" dirty="0"/>
          </a:p>
          <a:p>
            <a:r>
              <a:rPr lang="ru-RU" sz="1600" b="1" dirty="0" smtClean="0"/>
              <a:t>AB</a:t>
            </a:r>
            <a:r>
              <a:rPr lang="ru-RU" sz="1600" dirty="0" smtClean="0"/>
              <a:t>- примерно 40 %</a:t>
            </a:r>
            <a:endParaRPr lang="ru-RU" sz="1600" dirty="0"/>
          </a:p>
          <a:p>
            <a:r>
              <a:rPr lang="ru-RU" sz="1600" b="1" dirty="0" smtClean="0"/>
              <a:t>BB</a:t>
            </a:r>
            <a:r>
              <a:rPr lang="ru-RU" sz="1600" dirty="0" smtClean="0"/>
              <a:t>- около 10%</a:t>
            </a:r>
            <a:endParaRPr lang="ru-RU" sz="1600" dirty="0"/>
          </a:p>
          <a:p>
            <a:r>
              <a:rPr lang="ru-RU" sz="1600" dirty="0" smtClean="0"/>
              <a:t>Таким образом, в популяции </a:t>
            </a:r>
            <a:r>
              <a:rPr lang="ru-RU" sz="1600" dirty="0" err="1" smtClean="0"/>
              <a:t>голштинского</a:t>
            </a:r>
            <a:r>
              <a:rPr lang="ru-RU" sz="1600" dirty="0" smtClean="0"/>
              <a:t> скота преобладает генотип </a:t>
            </a:r>
            <a:r>
              <a:rPr lang="ru-RU" sz="1600" b="1" dirty="0" smtClean="0"/>
              <a:t>AA</a:t>
            </a:r>
            <a:r>
              <a:rPr lang="ru-RU" sz="1600" dirty="0" smtClean="0"/>
              <a:t>, что может влиять на технологические свойства молока, такие как скорость свертывания и выход сыра. Для улучшения этих показателей может быть полезно увеличение доли животных с генотипом </a:t>
            </a:r>
            <a:r>
              <a:rPr lang="ru-RU" sz="1600" b="1" dirty="0" smtClean="0"/>
              <a:t>AB</a:t>
            </a:r>
            <a:r>
              <a:rPr lang="ru-RU" sz="1600" dirty="0" smtClean="0"/>
              <a:t> или </a:t>
            </a:r>
            <a:r>
              <a:rPr lang="ru-RU" sz="1600" b="1" dirty="0" smtClean="0"/>
              <a:t>BB</a:t>
            </a:r>
            <a:r>
              <a:rPr lang="ru-RU" sz="1600" dirty="0" smtClean="0"/>
              <a:t> через селекцию. </a:t>
            </a:r>
          </a:p>
          <a:p>
            <a:r>
              <a:rPr lang="ru-RU" sz="1600" b="1" dirty="0" smtClean="0"/>
              <a:t>Специалисты Племхоза имени Тельмана давно ведут планомерную работу по подбору быков, носителей к-казеинов ВВ и АВ и как итог (см таблицу 6 слайд) сформировали стадо с уникальными показателями по к-казеину, что </a:t>
            </a:r>
            <a:r>
              <a:rPr lang="ru-RU" sz="1600" b="1" dirty="0" smtClean="0"/>
              <a:t>подтверждают </a:t>
            </a:r>
            <a:r>
              <a:rPr lang="ru-RU" sz="1600" b="1" dirty="0" smtClean="0"/>
              <a:t>не только расчётные данные на основании родословной, но и </a:t>
            </a:r>
            <a:r>
              <a:rPr lang="ru-RU" sz="1600" b="1" dirty="0" smtClean="0"/>
              <a:t>геномная оценка </a:t>
            </a:r>
            <a:r>
              <a:rPr lang="ru-RU" sz="1600" b="1" dirty="0" smtClean="0"/>
              <a:t>животных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68889147"/>
      </p:ext>
    </p:extLst>
  </p:cSld>
  <p:clrMapOvr>
    <a:masterClrMapping/>
  </p:clrMapOvr>
  <p:transition spd="slow"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Сыропригодность</a:t>
            </a:r>
            <a:r>
              <a:rPr lang="ru-RU" dirty="0"/>
              <a:t> </a:t>
            </a:r>
            <a:r>
              <a:rPr lang="ru-RU" dirty="0" smtClean="0"/>
              <a:t>молока в ЗАО Племхоз имени Тельмана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06400" y="1002323"/>
            <a:ext cx="10160000" cy="4971443"/>
          </a:xfrm>
        </p:spPr>
        <p:txBody>
          <a:bodyPr>
            <a:normAutofit/>
          </a:bodyPr>
          <a:lstStyle/>
          <a:p>
            <a:endParaRPr lang="ru-RU" b="1" dirty="0" smtClean="0"/>
          </a:p>
          <a:p>
            <a:endParaRPr lang="ru-RU" b="1" dirty="0"/>
          </a:p>
          <a:p>
            <a:endParaRPr lang="ru-RU" b="1" dirty="0" smtClean="0"/>
          </a:p>
          <a:p>
            <a:endParaRPr lang="ru-RU" b="1" dirty="0"/>
          </a:p>
          <a:p>
            <a:endParaRPr lang="ru-RU" b="1" dirty="0" smtClean="0"/>
          </a:p>
          <a:p>
            <a:endParaRPr lang="ru-RU" b="1" dirty="0"/>
          </a:p>
          <a:p>
            <a:endParaRPr lang="ru-RU" b="1" dirty="0" smtClean="0"/>
          </a:p>
          <a:p>
            <a:endParaRPr lang="ru-RU" b="1" dirty="0"/>
          </a:p>
          <a:p>
            <a:endParaRPr lang="ru-RU" b="1" dirty="0" smtClean="0"/>
          </a:p>
          <a:p>
            <a:endParaRPr lang="ru-RU" b="1" dirty="0"/>
          </a:p>
          <a:p>
            <a:r>
              <a:rPr lang="ru-RU" sz="2000" b="1" dirty="0" smtClean="0">
                <a:solidFill>
                  <a:srgbClr val="FF0000"/>
                </a:solidFill>
              </a:rPr>
              <a:t>В настоящий момент в стаде 81 % животных носителей АВ и ВВ к-казеина </a:t>
            </a:r>
            <a:endParaRPr lang="ru-RU" sz="2000" b="1" dirty="0">
              <a:solidFill>
                <a:srgbClr val="FF0000"/>
              </a:solidFill>
            </a:endParaRPr>
          </a:p>
        </p:txBody>
      </p:sp>
      <p:graphicFrame>
        <p:nvGraphicFramePr>
          <p:cNvPr id="4" name="Диаграмма 3"/>
          <p:cNvGraphicFramePr/>
          <p:nvPr>
            <p:extLst>
              <p:ext uri="{D42A27DB-BD31-4B8C-83A1-F6EECF244321}">
                <p14:modId xmlns:p14="http://schemas.microsoft.com/office/powerpoint/2010/main" val="1925122877"/>
              </p:ext>
            </p:extLst>
          </p:nvPr>
        </p:nvGraphicFramePr>
        <p:xfrm>
          <a:off x="444132" y="1039399"/>
          <a:ext cx="8427304" cy="40513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624105469"/>
      </p:ext>
    </p:extLst>
  </p:cSld>
  <p:clrMapOvr>
    <a:masterClrMapping/>
  </p:clrMapOvr>
  <p:transition spd="slow"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Picture 2">
            <a:extLst>
              <a:ext uri="{FF2B5EF4-FFF2-40B4-BE49-F238E27FC236}">
                <a16:creationId xmlns="" xmlns:a16="http://schemas.microsoft.com/office/drawing/2014/main" id="{A4B3F31C-E957-2A8B-A87D-44C7DE77E73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742" r="11805" b="30742"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3D1668DD-3FC8-EC80-37AF-7EA72868FE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913" y="339512"/>
            <a:ext cx="2679700" cy="8763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785644D3-600D-4CD1-D011-283A38821C2F}"/>
              </a:ext>
            </a:extLst>
          </p:cNvPr>
          <p:cNvSpPr txBox="1"/>
          <p:nvPr/>
        </p:nvSpPr>
        <p:spPr>
          <a:xfrm>
            <a:off x="335045" y="2386134"/>
            <a:ext cx="443372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КОНТАКТЫ</a:t>
            </a:r>
            <a:endParaRPr lang="x-none" sz="3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F309B2D7-CCF4-4D12-8958-B60C0C7D428B}"/>
              </a:ext>
            </a:extLst>
          </p:cNvPr>
          <p:cNvSpPr txBox="1"/>
          <p:nvPr/>
        </p:nvSpPr>
        <p:spPr>
          <a:xfrm>
            <a:off x="1" y="3033606"/>
            <a:ext cx="371358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342900" algn="ctr"/>
            <a:r>
              <a:rPr lang="ru-RU" sz="2000" dirty="0" smtClean="0">
                <a:solidFill>
                  <a:schemeClr val="bg1"/>
                </a:solidFill>
              </a:rPr>
              <a:t>Короткова </a:t>
            </a:r>
            <a:r>
              <a:rPr lang="ru-RU" sz="2000" dirty="0">
                <a:solidFill>
                  <a:schemeClr val="bg1"/>
                </a:solidFill>
              </a:rPr>
              <a:t>Наталья </a:t>
            </a:r>
            <a:r>
              <a:rPr lang="ru-RU" sz="2000" i="1" dirty="0" err="1">
                <a:solidFill>
                  <a:schemeClr val="bg1"/>
                </a:solidFill>
              </a:rPr>
              <a:t>Зооинженер</a:t>
            </a:r>
            <a:r>
              <a:rPr lang="ru-RU" sz="2000" i="1" dirty="0">
                <a:solidFill>
                  <a:schemeClr val="bg1"/>
                </a:solidFill>
              </a:rPr>
              <a:t>-технолог</a:t>
            </a:r>
          </a:p>
          <a:p>
            <a:pPr indent="342900" algn="ctr"/>
            <a:r>
              <a:rPr lang="ru-RU" sz="2000" i="1" dirty="0">
                <a:solidFill>
                  <a:schemeClr val="bg1"/>
                </a:solidFill>
              </a:rPr>
              <a:t>Тел. 8(926)295-20-11</a:t>
            </a:r>
          </a:p>
        </p:txBody>
      </p:sp>
    </p:spTree>
    <p:extLst>
      <p:ext uri="{BB962C8B-B14F-4D97-AF65-F5344CB8AC3E}">
        <p14:creationId xmlns:p14="http://schemas.microsoft.com/office/powerpoint/2010/main" val="3914474661"/>
      </p:ext>
    </p:extLst>
  </p:cSld>
  <p:clrMapOvr>
    <a:masterClrMapping/>
  </p:clrMapOvr>
  <p:transition spd="slow">
    <p:wipe dir="r"/>
  </p:transition>
</p:sld>
</file>

<file path=ppt/theme/theme1.xml><?xml version="1.0" encoding="utf-8"?>
<a:theme xmlns:a="http://schemas.openxmlformats.org/drawingml/2006/main" name="ТемаALTA2">
  <a:themeElements>
    <a:clrScheme name="Поток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Holstain">
      <a:majorFont>
        <a:latin typeface="Carlito"/>
        <a:ea typeface=""/>
        <a:cs typeface=""/>
      </a:majorFont>
      <a:minorFont>
        <a:latin typeface="Carlito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ТемаALTA2" id="{B5D450A1-24AE-43BF-B462-646B0A2ED1F5}" vid="{478BC9C5-B6BE-4A1E-9AF5-6D89C294DF72}"/>
    </a:ext>
  </a:extLst>
</a:theme>
</file>

<file path=ppt/theme/theme2.xml><?xml version="1.0" encoding="utf-8"?>
<a:theme xmlns:a="http://schemas.openxmlformats.org/drawingml/2006/main" name="Специальное оформление">
  <a:themeElements>
    <a:clrScheme name="Альта">
      <a:dk1>
        <a:srgbClr val="0A4595"/>
      </a:dk1>
      <a:lt1>
        <a:sysClr val="window" lastClr="FFFFFF"/>
      </a:lt1>
      <a:dk2>
        <a:srgbClr val="000000"/>
      </a:dk2>
      <a:lt2>
        <a:srgbClr val="F5F5F5"/>
      </a:lt2>
      <a:accent1>
        <a:srgbClr val="0A4595"/>
      </a:accent1>
      <a:accent2>
        <a:srgbClr val="27539D"/>
      </a:accent2>
      <a:accent3>
        <a:srgbClr val="0070DF"/>
      </a:accent3>
      <a:accent4>
        <a:srgbClr val="009CDF"/>
      </a:accent4>
      <a:accent5>
        <a:srgbClr val="F5F5F5"/>
      </a:accent5>
      <a:accent6>
        <a:srgbClr val="143C89"/>
      </a:accent6>
      <a:hlink>
        <a:srgbClr val="5F5F5F"/>
      </a:hlink>
      <a:folHlink>
        <a:srgbClr val="919191"/>
      </a:folHlink>
    </a:clrScheme>
    <a:fontScheme name="Альта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ТемаALTA2</Template>
  <TotalTime>5953</TotalTime>
  <Words>548</Words>
  <Application>Microsoft Office PowerPoint</Application>
  <PresentationFormat>Произвольный</PresentationFormat>
  <Paragraphs>81</Paragraphs>
  <Slides>7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2</vt:i4>
      </vt:variant>
      <vt:variant>
        <vt:lpstr>Заголовки слайдов</vt:lpstr>
      </vt:variant>
      <vt:variant>
        <vt:i4>7</vt:i4>
      </vt:variant>
    </vt:vector>
  </HeadingPairs>
  <TitlesOfParts>
    <vt:vector size="9" baseType="lpstr">
      <vt:lpstr>ТемаALTA2</vt:lpstr>
      <vt:lpstr>Специальное оформление</vt:lpstr>
      <vt:lpstr>Презентация PowerPoint</vt:lpstr>
      <vt:lpstr>Сыропригодность молока</vt:lpstr>
      <vt:lpstr>Сыропригодность молока</vt:lpstr>
      <vt:lpstr>Сыропригодность молока</vt:lpstr>
      <vt:lpstr>Сыропригодность молока</vt:lpstr>
      <vt:lpstr>Сыропригодность молока в ЗАО Племхоз имени Тельмана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Продажи 2017</dc:title>
  <dc:creator>amogutov@altagenetics.ru</dc:creator>
  <cp:lastModifiedBy>HP_note</cp:lastModifiedBy>
  <cp:revision>471</cp:revision>
  <dcterms:created xsi:type="dcterms:W3CDTF">2018-01-11T11:42:52Z</dcterms:created>
  <dcterms:modified xsi:type="dcterms:W3CDTF">2025-10-24T19:54:31Z</dcterms:modified>
</cp:coreProperties>
</file>